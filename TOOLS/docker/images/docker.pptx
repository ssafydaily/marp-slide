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2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8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0B476-C142-353B-BB01-A75D7266F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435E1C-F405-E876-E4F5-0D829FC78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0448B-9A8F-111C-C822-9E223213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5FB19-6903-F9FE-EEB9-349D0644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B06D8-DB51-06EB-E771-E3786C57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41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0CD4E-FA1D-E8E9-2F9B-F81AA549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A343E-C755-C1E8-598C-9A0929E02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5164E-5374-E26E-A6CB-76E3999C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9A383-D951-76B9-6BF3-2DA59203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2922B5-48D2-23CF-76F4-A879EBF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15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6C7AD-6E9B-3DBB-C43C-8867212BC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460E1-4658-5FF5-4377-EB0DFB4F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EA4C5-1407-B57D-931B-5CD76CEA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6142B-AE07-A65B-4883-9792486E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A03D6-0CE7-AE7A-C82D-ACC9F5B1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40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E967D-913F-E6A0-4755-5F30CE2A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50215-B67D-E41F-BAF7-3281DEBE4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B7A9C1-E2F9-3537-48CA-D40A9B260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7F903D-8B34-439D-11DE-4C5858E9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41251-F6AC-5D82-D3C0-4C5E1FC9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649351-27CE-79DF-6D99-9A810278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58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4C403-7803-079F-2664-E0BA568F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A63A41-65A5-FE24-2468-B31B116F5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22EDE3-CE79-17F6-8207-F99624C18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FE8E42-8B8D-9250-072E-18D6C4A69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E9E084-DC1C-4E25-20B2-B48A6FB3E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5F56E9-9F6A-91FC-D209-8DD053D3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43FA6B-F940-0041-C510-FF4A0A28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6F93D7-6747-ABF8-2BD3-92B11F37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86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D07F0-3080-16F2-888D-94E92FDE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91BA08-A658-7442-1E63-C1873A35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3B98A7-9535-E219-9B4D-CB2F4F6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806CD1-EB15-53DC-33F1-C445C38B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7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0B7A77-6F0D-56CD-A538-69A65F79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DD86E0-EE01-2D30-8B9C-5739C693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8595F-5921-C847-D257-B1DF4AD5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9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3801C-8898-6B1A-4EAD-BBF389C6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E1AF5-36F7-8E70-B303-EF2724BE7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7BC02A-5FE4-2302-CFCD-E579457FF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6E89C4-80FE-FA1B-3F40-6EFE00CC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6CD5CB-0C01-B811-6C70-533E0BF4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9F3A43-687D-D59B-EF0F-0779D23A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97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3BDD7-D747-277F-8C53-D0481730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A83B1-E6DD-8D49-C8B4-596830F69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2A4EF4-CA94-FBBF-F4A5-EBBAB7BE2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D81BB-86FA-E42E-96D2-39991BF6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8ABF56-69E9-4D08-8449-70364239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BD5151-BAB6-5488-6446-53A9E7CD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30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B33CF-0136-2C6C-5C25-FA618AC8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6E0082-C8B6-7852-2C7A-4C6B8F351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B8257-94B0-471A-7F65-72E8ACFE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DBE44-88E9-33A5-6683-FE360371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CF9D7-4E71-9878-50CD-B1820A86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94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9422E7-37E4-9BB3-D5DF-DCD95DC9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478CE7-1401-E99A-A658-C32D8C03E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EB7223-E9BE-1168-6B77-FAF28119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FD6AB-9D16-2918-2946-8A34D302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030DB-2627-0EFF-16E8-3924E18A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6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C6789D-04D3-76B6-CE5C-45492864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EC27F0-3F17-2384-7C03-1F669C94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F9534B-8CC0-7FF3-31F8-5FF2DA73A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8E3C3-EC82-4763-A263-E0289C5881A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2FA47-D7C4-067B-4E2C-78545DE78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653E7A-541E-276D-74F9-E7CAC69F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6B062-AE7A-45F0-BD12-EE4279E37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1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4B0764C7-8174-6238-FC8E-1844755D269E}"/>
              </a:ext>
            </a:extLst>
          </p:cNvPr>
          <p:cNvSpPr/>
          <p:nvPr/>
        </p:nvSpPr>
        <p:spPr>
          <a:xfrm>
            <a:off x="3118112" y="2563077"/>
            <a:ext cx="2471737" cy="155733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Build</a:t>
            </a:r>
            <a:endParaRPr lang="ko-KR" altLang="en-US" b="1" dirty="0">
              <a:solidFill>
                <a:srgbClr val="002060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7873D07-1031-59FA-D547-9BBC72CF8817}"/>
              </a:ext>
            </a:extLst>
          </p:cNvPr>
          <p:cNvSpPr/>
          <p:nvPr/>
        </p:nvSpPr>
        <p:spPr>
          <a:xfrm>
            <a:off x="4604946" y="520738"/>
            <a:ext cx="2471737" cy="1557337"/>
          </a:xfrm>
          <a:prstGeom prst="ellipse">
            <a:avLst/>
          </a:prstGeom>
          <a:solidFill>
            <a:srgbClr val="C8F2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Ship</a:t>
            </a:r>
          </a:p>
          <a:p>
            <a:pPr algn="ctr"/>
            <a:endParaRPr lang="ko-KR" altLang="en-US" b="1" dirty="0">
              <a:solidFill>
                <a:srgbClr val="002060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D45CAD3-BF17-0A9B-0280-1CFE6099914D}"/>
              </a:ext>
            </a:extLst>
          </p:cNvPr>
          <p:cNvSpPr/>
          <p:nvPr/>
        </p:nvSpPr>
        <p:spPr>
          <a:xfrm>
            <a:off x="6368008" y="2606522"/>
            <a:ext cx="2471737" cy="155733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Run</a:t>
            </a:r>
            <a:endParaRPr lang="ko-KR" altLang="en-US" b="1" dirty="0">
              <a:solidFill>
                <a:srgbClr val="002060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pic>
        <p:nvPicPr>
          <p:cNvPr id="13" name="그래픽 12" descr="열린 폴더 윤곽선">
            <a:extLst>
              <a:ext uri="{FF2B5EF4-FFF2-40B4-BE49-F238E27FC236}">
                <a16:creationId xmlns:a16="http://schemas.microsoft.com/office/drawing/2014/main" id="{6343423A-E14A-09A9-A4A6-CA703A27E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3981" y="2683920"/>
            <a:ext cx="621504" cy="621504"/>
          </a:xfrm>
          <a:prstGeom prst="rect">
            <a:avLst/>
          </a:prstGeom>
        </p:spPr>
      </p:pic>
      <p:pic>
        <p:nvPicPr>
          <p:cNvPr id="15" name="그래픽 14" descr="문서 단색으로 채워진">
            <a:extLst>
              <a:ext uri="{FF2B5EF4-FFF2-40B4-BE49-F238E27FC236}">
                <a16:creationId xmlns:a16="http://schemas.microsoft.com/office/drawing/2014/main" id="{1ACAF46E-0E9E-0BDF-1C5F-3C305A0D0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3981" y="3169692"/>
            <a:ext cx="621504" cy="621504"/>
          </a:xfrm>
          <a:prstGeom prst="rect">
            <a:avLst/>
          </a:prstGeom>
        </p:spPr>
      </p:pic>
      <p:pic>
        <p:nvPicPr>
          <p:cNvPr id="17" name="그래픽 16" descr="광 디스크 윤곽선">
            <a:extLst>
              <a:ext uri="{FF2B5EF4-FFF2-40B4-BE49-F238E27FC236}">
                <a16:creationId xmlns:a16="http://schemas.microsoft.com/office/drawing/2014/main" id="{260AB8E2-1CFE-6F54-8C60-C174DE5B58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6755" y="2835122"/>
            <a:ext cx="550069" cy="5500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C827F4-5C2E-49E0-245E-326125B1607C}"/>
              </a:ext>
            </a:extLst>
          </p:cNvPr>
          <p:cNvSpPr txBox="1"/>
          <p:nvPr/>
        </p:nvSpPr>
        <p:spPr>
          <a:xfrm>
            <a:off x="3122209" y="3166923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E6796-BC92-4544-A00D-1B15629F471F}"/>
              </a:ext>
            </a:extLst>
          </p:cNvPr>
          <p:cNvSpPr txBox="1"/>
          <p:nvPr/>
        </p:nvSpPr>
        <p:spPr>
          <a:xfrm>
            <a:off x="4739972" y="3305422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</a:t>
            </a:r>
          </a:p>
        </p:txBody>
      </p:sp>
      <p:sp>
        <p:nvSpPr>
          <p:cNvPr id="20" name="화살표: 굽음 19">
            <a:extLst>
              <a:ext uri="{FF2B5EF4-FFF2-40B4-BE49-F238E27FC236}">
                <a16:creationId xmlns:a16="http://schemas.microsoft.com/office/drawing/2014/main" id="{6F900F37-5E51-64BB-A29A-C3C706858A58}"/>
              </a:ext>
            </a:extLst>
          </p:cNvPr>
          <p:cNvSpPr/>
          <p:nvPr/>
        </p:nvSpPr>
        <p:spPr>
          <a:xfrm>
            <a:off x="4085834" y="1695885"/>
            <a:ext cx="646510" cy="82153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6605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화살표: 굽음 20">
            <a:extLst>
              <a:ext uri="{FF2B5EF4-FFF2-40B4-BE49-F238E27FC236}">
                <a16:creationId xmlns:a16="http://schemas.microsoft.com/office/drawing/2014/main" id="{2E283A44-74E9-A7E1-F6D0-B63D14B2B88C}"/>
              </a:ext>
            </a:extLst>
          </p:cNvPr>
          <p:cNvSpPr/>
          <p:nvPr/>
        </p:nvSpPr>
        <p:spPr>
          <a:xfrm rot="16200000" flipH="1" flipV="1">
            <a:off x="6929205" y="1850221"/>
            <a:ext cx="889991" cy="646510"/>
          </a:xfrm>
          <a:prstGeom prst="bentArrow">
            <a:avLst>
              <a:gd name="adj1" fmla="val 25000"/>
              <a:gd name="adj2" fmla="val 23895"/>
              <a:gd name="adj3" fmla="val 25000"/>
              <a:gd name="adj4" fmla="val 6605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1FC4762-D6B0-D30B-FC9F-BC7888D00204}"/>
              </a:ext>
            </a:extLst>
          </p:cNvPr>
          <p:cNvSpPr/>
          <p:nvPr/>
        </p:nvSpPr>
        <p:spPr>
          <a:xfrm>
            <a:off x="4147631" y="3196288"/>
            <a:ext cx="550069" cy="21826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래픽 23" descr="서버 윤곽선">
            <a:extLst>
              <a:ext uri="{FF2B5EF4-FFF2-40B4-BE49-F238E27FC236}">
                <a16:creationId xmlns:a16="http://schemas.microsoft.com/office/drawing/2014/main" id="{353925BA-15A7-6100-DC02-36C04A8104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3614" y="1063663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89E1D9-B8AE-4125-CB75-CFF3B83D192D}"/>
              </a:ext>
            </a:extLst>
          </p:cNvPr>
          <p:cNvSpPr txBox="1"/>
          <p:nvPr/>
        </p:nvSpPr>
        <p:spPr>
          <a:xfrm>
            <a:off x="6107523" y="1328149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레지스트리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0A0093-2F0C-D249-E7C2-B51B5844A077}"/>
              </a:ext>
            </a:extLst>
          </p:cNvPr>
          <p:cNvSpPr txBox="1"/>
          <p:nvPr/>
        </p:nvSpPr>
        <p:spPr>
          <a:xfrm>
            <a:off x="7142911" y="3804469"/>
            <a:ext cx="1074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컨테이너 실행</a:t>
            </a:r>
          </a:p>
        </p:txBody>
      </p:sp>
      <p:pic>
        <p:nvPicPr>
          <p:cNvPr id="29" name="그래픽 28" descr="광 디스크 윤곽선">
            <a:extLst>
              <a:ext uri="{FF2B5EF4-FFF2-40B4-BE49-F238E27FC236}">
                <a16:creationId xmlns:a16="http://schemas.microsoft.com/office/drawing/2014/main" id="{73DA108F-F706-13BF-7444-A166E3CBD7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877" y="3053767"/>
            <a:ext cx="550069" cy="5500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98642C0-C03A-3D28-8307-F2D849FA8894}"/>
              </a:ext>
            </a:extLst>
          </p:cNvPr>
          <p:cNvSpPr txBox="1"/>
          <p:nvPr/>
        </p:nvSpPr>
        <p:spPr>
          <a:xfrm>
            <a:off x="6471981" y="3527470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E163B9D-FC93-49E0-F653-E5EBA4D7FCBE}"/>
              </a:ext>
            </a:extLst>
          </p:cNvPr>
          <p:cNvSpPr/>
          <p:nvPr/>
        </p:nvSpPr>
        <p:spPr>
          <a:xfrm>
            <a:off x="7163151" y="3276057"/>
            <a:ext cx="550069" cy="218268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정육면체 31">
            <a:extLst>
              <a:ext uri="{FF2B5EF4-FFF2-40B4-BE49-F238E27FC236}">
                <a16:creationId xmlns:a16="http://schemas.microsoft.com/office/drawing/2014/main" id="{6C6A9272-6F5A-2F92-FDB1-8EBA57FE5BDE}"/>
              </a:ext>
            </a:extLst>
          </p:cNvPr>
          <p:cNvSpPr/>
          <p:nvPr/>
        </p:nvSpPr>
        <p:spPr>
          <a:xfrm>
            <a:off x="7847463" y="3075830"/>
            <a:ext cx="757237" cy="618719"/>
          </a:xfrm>
          <a:prstGeom prst="cube">
            <a:avLst>
              <a:gd name="adj" fmla="val 335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3B7672-C427-CC9B-B16F-4B4DA1B60793}"/>
              </a:ext>
            </a:extLst>
          </p:cNvPr>
          <p:cNvSpPr txBox="1"/>
          <p:nvPr/>
        </p:nvSpPr>
        <p:spPr>
          <a:xfrm>
            <a:off x="3665639" y="3803531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컨테이너 이미지 작성</a:t>
            </a:r>
          </a:p>
        </p:txBody>
      </p:sp>
    </p:spTree>
    <p:extLst>
      <p:ext uri="{BB962C8B-B14F-4D97-AF65-F5344CB8AC3E}">
        <p14:creationId xmlns:p14="http://schemas.microsoft.com/office/powerpoint/2010/main" val="363904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 Sans KR</vt:lpstr>
      <vt:lpstr>맑은 고딕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종윤 정</dc:creator>
  <cp:lastModifiedBy>종윤 정</cp:lastModifiedBy>
  <cp:revision>2</cp:revision>
  <dcterms:created xsi:type="dcterms:W3CDTF">2025-12-24T01:36:25Z</dcterms:created>
  <dcterms:modified xsi:type="dcterms:W3CDTF">2025-12-24T02:01:07Z</dcterms:modified>
</cp:coreProperties>
</file>