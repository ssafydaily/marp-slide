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NumPy 브로드캐스팅의 핵심은 반복문 없이 서로 다른 shape의 배열을 원소별로 연산하는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배열의 shape를 오른쪽 끝부터 짝지어 비교. 같거나 한쪽이 1이면 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스칼라는 (1,1)로 취급되어 배열 전체 크기로 복제됨. 가장 단순한 브로드캐스팅.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(3,)는 (1,3)로 정렬된 뒤 행 방향으로 복제되어 (2,3)의 각 행에 적용됨.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(3,1)과 (1,3)은 서로의 1인 축을 채워 (3,3)이 됨. 두 배열 모두 확장.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원소별로 동작하는 연산은 모두 브로드캐스팅을 따름. and/or 키워드 대신 &amp;/| 사용.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뒤 축부터 짝지었을 때 크기가 다르고 둘 다 1이 아니면 ValueError. b[:,None]으로 (2,1) 만들면 해결.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X가 (샘플, 특성)일 때 각 특성 평균을 빼는 X - X.mean(axis=0). 평균 행벡터가 모든 샘플에 브로드캐스팅.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a를 열, b를 행으로 만들면 반복문 없이 모든 쌍의 차이 행렬 (3,3)을 한 번에 얻음.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브로드캐스팅은 값을 실제로 복사하지 않고 인덱싱을 재사용하므로 반복문보다 훨씬 효율적.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2026-08-04T01:43:13Z</dcterms:created>
  <dcterms:modified xsi:type="dcterms:W3CDTF">2026-08-04T01:43:13Z</dcterms:modified>
</cp:coreProperties>
</file>