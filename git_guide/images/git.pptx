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18A0-E0C0-4F82-77C7-F9D43BDB6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D0BEB7-B015-4BC3-D77C-D97B83C57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1C6F31-6FC1-980B-FC91-0318588C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FB599-A8C9-9816-35CA-856002A0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81A2A-8DA1-6836-1C74-3CDFFD3E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52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A2EE7-83EA-2409-9C82-7F065420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ED7AFD-CA4B-9398-F9C5-1785C608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ABD1C-5D9A-8E00-2C7A-8AA2C4CA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93CEA5-5D84-FA7C-96C8-33FEA3FE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50C54-B72A-61FA-357D-42EA3254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89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7A664-D942-F119-1389-1A293613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A0FB62-A116-5692-E2C5-3A588A19D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9D2F-1C98-1FF8-FA5E-7199E4C3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FD841B-6700-D41C-F3F4-BD9F8495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29CA3-C090-65BD-D785-977407FE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5C3AE-CD99-310D-FC28-A277DA8D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AA5A8-C74F-5D3C-B0C7-1F9F903E5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45CFAF-639B-FDA5-AEBF-77C19A605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ED02C1-DFEA-F219-B8AA-077CA8C2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CFB79C-8E3B-5C20-EDD2-4C3F6154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16EA4-216D-2735-EF94-F2D10CDD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9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FBA7A-B2FF-AEB4-6E38-8A3CF745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15068-3585-9F82-3304-B68EE8F13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2B4A19-64D2-87F7-E553-8285A2389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4878C8-377E-9048-7D1F-38EF4AEC4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8708CF-BC09-6687-D263-95DB5A249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1211B3-052B-92CF-ADF2-891BFEC2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192435-B492-82FF-5736-DDD95A8B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07BD8B-BEA0-55F5-00A4-5EF7BF2A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31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B40D9-5988-0D27-B386-538A38A5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4AC8AE-8C5D-08FE-CE15-14D07974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107204-9E16-3AA9-172F-C06CE9EF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FD51A2-8A5B-3A04-766D-001604A8E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02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F61010-D150-C416-E8C7-F9B490B8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D7C22E-2EF9-9E71-83E1-4520CAA68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140FAA-32AA-9CEC-949D-920EF887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5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4BECF-B207-9E0F-F605-B100139A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AA2993-52C0-CA77-8FD1-08F978FD0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6C3FD3-FA3F-B397-E01C-7AC642294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CFEC35-484A-8FC2-0566-22B752B7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D8263-68D6-2DE8-932B-2AA09AE5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00AE25-EE85-36C0-F0C3-1739A0E0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36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C7FC-8FAC-BD7D-C568-AAD6D924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CF8EF6-9590-E056-D6E0-35E84D9F2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C404B1-6D5D-B81C-4952-F2E5E0E99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C5DA9-D12D-6293-3AA0-74E14DD1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EF1419-3525-0B56-2AAB-554FD968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A1FD7-AE2E-C3E6-8F55-4D096F540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45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6C477-2E83-E145-8BB7-34E5AC4E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286933-65EA-D83D-4FE8-FF4118D2F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8A08-B8CF-4A11-A141-6DFC13DE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62C00-C196-7BDF-23DA-F2E1A0BB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92074-0A92-71F4-1441-18F5C8BF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85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DC7290-A764-7659-DD63-2D73B1618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91E1B2-3C35-0E1B-375B-39ADCDF5D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FB0EB-F245-77D4-E248-78700FDC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5F388-0D92-76D8-F979-3D5C52DB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D6508-B615-6BCB-95DB-A6BF4101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1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E8503-B3E0-8CCA-5645-4F261A6C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C78007-0527-1626-DC45-4FE7CAB2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33DC32-C19B-3EA6-5572-910032040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C4905-139F-4E14-8443-F80EB1AE3DD6}" type="datetimeFigureOut">
              <a:rPr lang="ko-KR" altLang="en-US" smtClean="0"/>
              <a:t>2025-07-11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FE649-B980-8D24-6346-D3605F53E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BE8FE-F0FF-DBAF-9F22-1A1184EFE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BFA17-53B7-4D31-B4FC-E108E1A35F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67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18E4A05-F79B-8A18-7BA6-CDEC6073B909}"/>
              </a:ext>
            </a:extLst>
          </p:cNvPr>
          <p:cNvCxnSpPr>
            <a:cxnSpLocks/>
          </p:cNvCxnSpPr>
          <p:nvPr/>
        </p:nvCxnSpPr>
        <p:spPr>
          <a:xfrm>
            <a:off x="3333080" y="1737117"/>
            <a:ext cx="14444" cy="26278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6839D6E-2D5E-A156-3922-E8E9B584726B}"/>
              </a:ext>
            </a:extLst>
          </p:cNvPr>
          <p:cNvCxnSpPr>
            <a:cxnSpLocks/>
          </p:cNvCxnSpPr>
          <p:nvPr/>
        </p:nvCxnSpPr>
        <p:spPr>
          <a:xfrm>
            <a:off x="5810509" y="1680807"/>
            <a:ext cx="3357" cy="25287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6AC8E0-8A2C-C2C2-A9B9-59B32A863E3A}"/>
              </a:ext>
            </a:extLst>
          </p:cNvPr>
          <p:cNvSpPr txBox="1"/>
          <p:nvPr/>
        </p:nvSpPr>
        <p:spPr>
          <a:xfrm>
            <a:off x="887062" y="1681977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working directory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236CE-CB7C-BE39-9C2A-40C7161670A6}"/>
              </a:ext>
            </a:extLst>
          </p:cNvPr>
          <p:cNvSpPr txBox="1"/>
          <p:nvPr/>
        </p:nvSpPr>
        <p:spPr>
          <a:xfrm>
            <a:off x="3668370" y="1727459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staging area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BBBA5D-C0C4-5744-C8EC-5B661B7B3CF1}"/>
              </a:ext>
            </a:extLst>
          </p:cNvPr>
          <p:cNvSpPr txBox="1"/>
          <p:nvPr/>
        </p:nvSpPr>
        <p:spPr>
          <a:xfrm>
            <a:off x="5961634" y="1707938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 Repository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E39B755-BD32-9522-8378-5A8A7AEA7859}"/>
              </a:ext>
            </a:extLst>
          </p:cNvPr>
          <p:cNvSpPr/>
          <p:nvPr/>
        </p:nvSpPr>
        <p:spPr>
          <a:xfrm>
            <a:off x="1467136" y="2639740"/>
            <a:ext cx="988674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a.txt</a:t>
            </a:r>
            <a:endParaRPr lang="ko-KR" altLang="en-US" sz="1600" dirty="0">
              <a:solidFill>
                <a:schemeClr val="tx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B9CF5A6-9CE4-91DD-E1A4-8DD3E111A18C}"/>
              </a:ext>
            </a:extLst>
          </p:cNvPr>
          <p:cNvSpPr/>
          <p:nvPr/>
        </p:nvSpPr>
        <p:spPr>
          <a:xfrm>
            <a:off x="4143003" y="2630065"/>
            <a:ext cx="1173038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a.txt </a:t>
            </a:r>
            <a:r>
              <a:rPr lang="ko-KR" altLang="en-US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등록</a:t>
            </a:r>
            <a:endParaRPr lang="ko-KR" altLang="en-US" sz="1600" dirty="0">
              <a:solidFill>
                <a:schemeClr val="tx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4CFE1C-1988-A2E1-C36B-6F4BC8F08C6E}"/>
              </a:ext>
            </a:extLst>
          </p:cNvPr>
          <p:cNvSpPr/>
          <p:nvPr/>
        </p:nvSpPr>
        <p:spPr>
          <a:xfrm>
            <a:off x="6642910" y="2770684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3145E5-6205-6A34-22B9-446112A9A5D6}"/>
              </a:ext>
            </a:extLst>
          </p:cNvPr>
          <p:cNvSpPr txBox="1"/>
          <p:nvPr/>
        </p:nvSpPr>
        <p:spPr>
          <a:xfrm>
            <a:off x="2743143" y="2186154"/>
            <a:ext cx="1238623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dirty="0"/>
              <a:t>git add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530B32-422D-EC5A-FB47-782A3DA2712C}"/>
              </a:ext>
            </a:extLst>
          </p:cNvPr>
          <p:cNvSpPr txBox="1"/>
          <p:nvPr/>
        </p:nvSpPr>
        <p:spPr>
          <a:xfrm>
            <a:off x="5316041" y="2146092"/>
            <a:ext cx="1653959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dirty="0"/>
              <a:t>git commit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A5F7FE9-CA25-3EC7-84B2-6AE15B7F621E}"/>
              </a:ext>
            </a:extLst>
          </p:cNvPr>
          <p:cNvSpPr/>
          <p:nvPr/>
        </p:nvSpPr>
        <p:spPr>
          <a:xfrm>
            <a:off x="914400" y="1614311"/>
            <a:ext cx="7596544" cy="283960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C157A3-48AC-6AA4-B55C-6FB3ED00F5E7}"/>
              </a:ext>
            </a:extLst>
          </p:cNvPr>
          <p:cNvSpPr txBox="1"/>
          <p:nvPr/>
        </p:nvSpPr>
        <p:spPr>
          <a:xfrm>
            <a:off x="1002938" y="1273588"/>
            <a:ext cx="1287532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/>
              <a:t>git 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F7F062-E9BC-57B9-39E6-62DD43C1F9BE}"/>
              </a:ext>
            </a:extLst>
          </p:cNvPr>
          <p:cNvSpPr txBox="1"/>
          <p:nvPr/>
        </p:nvSpPr>
        <p:spPr>
          <a:xfrm>
            <a:off x="2092751" y="3995641"/>
            <a:ext cx="248657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등록확인</a:t>
            </a:r>
            <a:r>
              <a:rPr lang="en-US" altLang="ko-KR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 git status</a:t>
            </a:r>
            <a:endParaRPr lang="ko-KR" altLang="en-US" sz="1600" b="1" dirty="0">
              <a:solidFill>
                <a:srgbClr val="002060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E8AA7D-CE07-A1FC-399A-2274B1DC8C8A}"/>
              </a:ext>
            </a:extLst>
          </p:cNvPr>
          <p:cNvSpPr txBox="1"/>
          <p:nvPr/>
        </p:nvSpPr>
        <p:spPr>
          <a:xfrm>
            <a:off x="5911857" y="4000513"/>
            <a:ext cx="2116285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커밋확인</a:t>
            </a:r>
            <a:r>
              <a:rPr lang="en-US" altLang="ko-KR" sz="1600" b="1" dirty="0">
                <a:solidFill>
                  <a:srgbClr val="00206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 git log</a:t>
            </a:r>
            <a:endParaRPr lang="ko-KR" altLang="en-US" sz="1600" b="1" dirty="0">
              <a:solidFill>
                <a:srgbClr val="002060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33AC23F-A226-3F13-249A-1245C943089D}"/>
              </a:ext>
            </a:extLst>
          </p:cNvPr>
          <p:cNvSpPr/>
          <p:nvPr/>
        </p:nvSpPr>
        <p:spPr>
          <a:xfrm>
            <a:off x="8872659" y="1680807"/>
            <a:ext cx="2748522" cy="2839600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777F2-1812-F163-4D52-CD62A0158A2E}"/>
              </a:ext>
            </a:extLst>
          </p:cNvPr>
          <p:cNvSpPr txBox="1"/>
          <p:nvPr/>
        </p:nvSpPr>
        <p:spPr>
          <a:xfrm>
            <a:off x="9030826" y="1768246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 Repository</a:t>
            </a:r>
            <a:endParaRPr lang="ko-KR" alt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B38444C-80AF-8BCF-DA30-E1E93F840532}"/>
              </a:ext>
            </a:extLst>
          </p:cNvPr>
          <p:cNvSpPr/>
          <p:nvPr/>
        </p:nvSpPr>
        <p:spPr>
          <a:xfrm>
            <a:off x="9885471" y="2751697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0F418B-0666-7295-DB02-E3A59B180DEC}"/>
              </a:ext>
            </a:extLst>
          </p:cNvPr>
          <p:cNvSpPr txBox="1"/>
          <p:nvPr/>
        </p:nvSpPr>
        <p:spPr>
          <a:xfrm>
            <a:off x="8185311" y="2362673"/>
            <a:ext cx="1374696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push</a:t>
            </a:r>
            <a:endParaRPr lang="ko-KR" altLang="en-US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A179DC-C610-6DB5-57A4-F0D2C282E5B4}"/>
              </a:ext>
            </a:extLst>
          </p:cNvPr>
          <p:cNvSpPr txBox="1"/>
          <p:nvPr/>
        </p:nvSpPr>
        <p:spPr>
          <a:xfrm flipH="1">
            <a:off x="8120506" y="3144326"/>
            <a:ext cx="1374696" cy="369332"/>
          </a:xfrm>
          <a:prstGeom prst="homePlate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pull</a:t>
            </a:r>
            <a:endParaRPr lang="ko-KR" altLang="en-US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74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B56C22-1E60-022C-BB72-7C3C69B9FFDB}"/>
              </a:ext>
            </a:extLst>
          </p:cNvPr>
          <p:cNvSpPr txBox="1"/>
          <p:nvPr/>
        </p:nvSpPr>
        <p:spPr>
          <a:xfrm>
            <a:off x="1761794" y="340853"/>
            <a:ext cx="2278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로컬 저장소에서 작업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547F3E-B9CE-9CA5-0D16-4D2456582E00}"/>
              </a:ext>
            </a:extLst>
          </p:cNvPr>
          <p:cNvSpPr/>
          <p:nvPr/>
        </p:nvSpPr>
        <p:spPr>
          <a:xfrm>
            <a:off x="3358421" y="1439560"/>
            <a:ext cx="1115881" cy="51218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468739-3756-22A9-4402-E73B6A884056}"/>
              </a:ext>
            </a:extLst>
          </p:cNvPr>
          <p:cNvSpPr txBox="1"/>
          <p:nvPr/>
        </p:nvSpPr>
        <p:spPr>
          <a:xfrm>
            <a:off x="1572449" y="1570636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add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36631-E6F0-C605-3754-B8CC71162FA0}"/>
              </a:ext>
            </a:extLst>
          </p:cNvPr>
          <p:cNvSpPr txBox="1"/>
          <p:nvPr/>
        </p:nvSpPr>
        <p:spPr>
          <a:xfrm>
            <a:off x="1572449" y="2038268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commit</a:t>
            </a:r>
            <a:endParaRPr lang="ko-KR" altLang="en-US" sz="16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2213D0-8EC8-F915-1668-635481F9D21D}"/>
              </a:ext>
            </a:extLst>
          </p:cNvPr>
          <p:cNvSpPr/>
          <p:nvPr/>
        </p:nvSpPr>
        <p:spPr>
          <a:xfrm>
            <a:off x="1264355" y="760334"/>
            <a:ext cx="3840805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56FE9-8B16-38D2-A31E-CB4A6B259758}"/>
              </a:ext>
            </a:extLst>
          </p:cNvPr>
          <p:cNvSpPr txBox="1"/>
          <p:nvPr/>
        </p:nvSpPr>
        <p:spPr>
          <a:xfrm>
            <a:off x="1572449" y="1101006"/>
            <a:ext cx="1563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</a:t>
            </a:r>
            <a:r>
              <a:rPr lang="en-US" altLang="ko-KR" sz="1600" dirty="0" err="1"/>
              <a:t>init</a:t>
            </a:r>
            <a:endParaRPr lang="ko-KR" altLang="en-US" sz="16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E07DEB-8C0F-1367-6F2C-19DD17001D81}"/>
              </a:ext>
            </a:extLst>
          </p:cNvPr>
          <p:cNvSpPr/>
          <p:nvPr/>
        </p:nvSpPr>
        <p:spPr>
          <a:xfrm>
            <a:off x="6262721" y="786516"/>
            <a:ext cx="3660212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1BB0BA-1EE2-F084-35A7-604BF7614BB2}"/>
              </a:ext>
            </a:extLst>
          </p:cNvPr>
          <p:cNvSpPr txBox="1"/>
          <p:nvPr/>
        </p:nvSpPr>
        <p:spPr>
          <a:xfrm>
            <a:off x="6956626" y="1382129"/>
            <a:ext cx="21964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빈 원격 저장소 생성</a:t>
            </a:r>
            <a:endParaRPr lang="en-US" altLang="ko-KR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altLang="ko-KR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 </a:t>
            </a:r>
            <a:r>
              <a:rPr lang="ko-KR" alt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커밋이</a:t>
            </a:r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없는 상태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DAB2A2-017E-ED9D-8A8A-026452A063AB}"/>
              </a:ext>
            </a:extLst>
          </p:cNvPr>
          <p:cNvSpPr txBox="1"/>
          <p:nvPr/>
        </p:nvSpPr>
        <p:spPr>
          <a:xfrm>
            <a:off x="4843081" y="1767052"/>
            <a:ext cx="1563248" cy="338554"/>
          </a:xfrm>
          <a:prstGeom prst="homePlate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push</a:t>
            </a:r>
            <a:endParaRPr lang="ko-KR" altLang="en-US" sz="16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CC9E8D4-C786-264D-5AD3-BB7C39358D33}"/>
              </a:ext>
            </a:extLst>
          </p:cNvPr>
          <p:cNvSpPr/>
          <p:nvPr/>
        </p:nvSpPr>
        <p:spPr>
          <a:xfrm>
            <a:off x="1264354" y="305016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2EF1D39-3CAC-9E39-626C-9E9D082E9157}"/>
              </a:ext>
            </a:extLst>
          </p:cNvPr>
          <p:cNvSpPr/>
          <p:nvPr/>
        </p:nvSpPr>
        <p:spPr>
          <a:xfrm>
            <a:off x="6543379" y="1382129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95A2ED0-7ADB-C890-B884-E5E261F891B8}"/>
              </a:ext>
            </a:extLst>
          </p:cNvPr>
          <p:cNvSpPr/>
          <p:nvPr/>
        </p:nvSpPr>
        <p:spPr>
          <a:xfrm>
            <a:off x="1264354" y="2620660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3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6DB73-5C9F-CC3F-CD83-C1227B766E80}"/>
              </a:ext>
            </a:extLst>
          </p:cNvPr>
          <p:cNvSpPr txBox="1"/>
          <p:nvPr/>
        </p:nvSpPr>
        <p:spPr>
          <a:xfrm>
            <a:off x="1846555" y="2620660"/>
            <a:ext cx="1867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원격 저장소 등록</a:t>
            </a:r>
            <a:endParaRPr lang="ko-KR" altLang="en-US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B58D7F-6993-5A34-081C-7486087F1A98}"/>
              </a:ext>
            </a:extLst>
          </p:cNvPr>
          <p:cNvSpPr txBox="1"/>
          <p:nvPr/>
        </p:nvSpPr>
        <p:spPr>
          <a:xfrm>
            <a:off x="1902457" y="2989992"/>
            <a:ext cx="2248248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b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defRPr>
            </a:lvl1pPr>
          </a:lstStyle>
          <a:p>
            <a:r>
              <a:rPr lang="en-US" altLang="ko-KR" sz="1600" dirty="0"/>
              <a:t>git remote</a:t>
            </a:r>
            <a:r>
              <a:rPr lang="ko-KR" altLang="en-US" sz="1600" dirty="0"/>
              <a:t> </a:t>
            </a:r>
            <a:r>
              <a:rPr lang="en-US" altLang="ko-KR" sz="1600" dirty="0"/>
              <a:t>add</a:t>
            </a:r>
            <a:endParaRPr lang="ko-KR" altLang="en-US" sz="16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40255C2-D368-03C2-129D-E7F66FB4028D}"/>
              </a:ext>
            </a:extLst>
          </p:cNvPr>
          <p:cNvSpPr/>
          <p:nvPr/>
        </p:nvSpPr>
        <p:spPr>
          <a:xfrm>
            <a:off x="5270797" y="2178467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4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405B02C-6EEC-5725-4F0A-12A53E792A10}"/>
              </a:ext>
            </a:extLst>
          </p:cNvPr>
          <p:cNvSpPr/>
          <p:nvPr/>
        </p:nvSpPr>
        <p:spPr>
          <a:xfrm>
            <a:off x="1241629" y="4318075"/>
            <a:ext cx="3863531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5A4B53E-85A7-637E-2580-A377D964BAED}"/>
              </a:ext>
            </a:extLst>
          </p:cNvPr>
          <p:cNvSpPr/>
          <p:nvPr/>
        </p:nvSpPr>
        <p:spPr>
          <a:xfrm>
            <a:off x="6096000" y="4301858"/>
            <a:ext cx="3768927" cy="1834144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58ED1B-EC61-232C-B12E-1C44CAF8D899}"/>
              </a:ext>
            </a:extLst>
          </p:cNvPr>
          <p:cNvSpPr txBox="1"/>
          <p:nvPr/>
        </p:nvSpPr>
        <p:spPr>
          <a:xfrm>
            <a:off x="6903333" y="4509116"/>
            <a:ext cx="2808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원격 저장소 생성</a:t>
            </a:r>
            <a:endParaRPr lang="en-US" altLang="ko-KR" sz="16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altLang="ko-KR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- readme.md </a:t>
            </a:r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파일 생성하면 </a:t>
            </a:r>
            <a:r>
              <a:rPr lang="ko-KR" altLang="en-US" sz="16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커밋이</a:t>
            </a:r>
            <a:r>
              <a:rPr lang="ko-KR" altLang="en-US" sz="1600" dirty="0">
                <a:latin typeface="JetBrains Mono" panose="02000009000000000000" pitchFamily="49" charset="0"/>
                <a:cs typeface="JetBrains Mono" panose="02000009000000000000" pitchFamily="49" charset="0"/>
              </a:rPr>
              <a:t> 생성됨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E34E8C6-D600-D6EA-16A3-5A1069D5F23B}"/>
              </a:ext>
            </a:extLst>
          </p:cNvPr>
          <p:cNvSpPr/>
          <p:nvPr/>
        </p:nvSpPr>
        <p:spPr>
          <a:xfrm>
            <a:off x="6336755" y="4699020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BC0F80B-1CED-F1A4-0E3B-6561D7700462}"/>
              </a:ext>
            </a:extLst>
          </p:cNvPr>
          <p:cNvSpPr/>
          <p:nvPr/>
        </p:nvSpPr>
        <p:spPr>
          <a:xfrm>
            <a:off x="7198562" y="5512752"/>
            <a:ext cx="1115881" cy="5218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B6DB5F-23C2-B9CD-EF59-B064BE35514F}"/>
              </a:ext>
            </a:extLst>
          </p:cNvPr>
          <p:cNvSpPr txBox="1"/>
          <p:nvPr/>
        </p:nvSpPr>
        <p:spPr>
          <a:xfrm flipH="1">
            <a:off x="4477253" y="5235147"/>
            <a:ext cx="1563248" cy="338554"/>
          </a:xfrm>
          <a:prstGeom prst="homePlate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git clone</a:t>
            </a:r>
            <a:endParaRPr lang="ko-KR" altLang="en-US" sz="1600" b="1" dirty="0">
              <a:solidFill>
                <a:schemeClr val="bg1"/>
              </a:solidFill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1E57A85-E63B-D26D-6BC7-42EC0EAE4D82}"/>
              </a:ext>
            </a:extLst>
          </p:cNvPr>
          <p:cNvSpPr/>
          <p:nvPr/>
        </p:nvSpPr>
        <p:spPr>
          <a:xfrm>
            <a:off x="1910700" y="4972266"/>
            <a:ext cx="1115881" cy="63019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commit </a:t>
            </a:r>
            <a:r>
              <a:rPr lang="ko-KR" altLang="en-US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복제</a:t>
            </a:r>
            <a:r>
              <a:rPr lang="en-US" altLang="ko-KR" sz="1600" dirty="0">
                <a:solidFill>
                  <a:schemeClr val="tx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2992E9A-B9CB-5922-42F5-0247D0072742}"/>
              </a:ext>
            </a:extLst>
          </p:cNvPr>
          <p:cNvSpPr/>
          <p:nvPr/>
        </p:nvSpPr>
        <p:spPr>
          <a:xfrm>
            <a:off x="4411950" y="4849598"/>
            <a:ext cx="413247" cy="3693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2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77D88-0BF4-4B72-2BFF-5C73E2F195A6}"/>
              </a:ext>
            </a:extLst>
          </p:cNvPr>
          <p:cNvSpPr txBox="1"/>
          <p:nvPr/>
        </p:nvSpPr>
        <p:spPr>
          <a:xfrm>
            <a:off x="4257737" y="81062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0DA861-02FA-4945-76E2-59AA60DB8120}"/>
              </a:ext>
            </a:extLst>
          </p:cNvPr>
          <p:cNvSpPr txBox="1"/>
          <p:nvPr/>
        </p:nvSpPr>
        <p:spPr>
          <a:xfrm>
            <a:off x="1316765" y="4351064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D710A3-4B60-BE06-F8C0-18CCC2711B3F}"/>
              </a:ext>
            </a:extLst>
          </p:cNvPr>
          <p:cNvSpPr txBox="1"/>
          <p:nvPr/>
        </p:nvSpPr>
        <p:spPr>
          <a:xfrm>
            <a:off x="9134799" y="833952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4E9F9F-1ACC-E032-8B58-82BC1E5EB2EC}"/>
              </a:ext>
            </a:extLst>
          </p:cNvPr>
          <p:cNvSpPr txBox="1"/>
          <p:nvPr/>
        </p:nvSpPr>
        <p:spPr>
          <a:xfrm>
            <a:off x="9023620" y="4336477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remote</a:t>
            </a:r>
            <a:endParaRPr lang="ko-KR" altLang="en-US" sz="1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3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87</Words>
  <Application>Microsoft Office PowerPoint</Application>
  <PresentationFormat>와이드스크린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JetBrains Mono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종윤</dc:creator>
  <cp:lastModifiedBy>정 종윤</cp:lastModifiedBy>
  <cp:revision>1</cp:revision>
  <dcterms:created xsi:type="dcterms:W3CDTF">2025-07-11T06:41:11Z</dcterms:created>
  <dcterms:modified xsi:type="dcterms:W3CDTF">2025-07-11T07:36:30Z</dcterms:modified>
</cp:coreProperties>
</file>