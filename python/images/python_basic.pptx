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4" r:id="rId3"/>
    <p:sldId id="260" r:id="rId4"/>
    <p:sldId id="262" r:id="rId5"/>
    <p:sldId id="263" r:id="rId6"/>
    <p:sldId id="261" r:id="rId7"/>
    <p:sldId id="256" r:id="rId8"/>
    <p:sldId id="257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66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7318A0-E0C0-4F82-77C7-F9D43BDB6A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AD0BEB7-B015-4BC3-D77C-D97B83C577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1C6F31-6FC1-980B-FC91-0318588CA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C4905-139F-4E14-8443-F80EB1AE3DD6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8FB599-A8C9-9816-35CA-856002A06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B81A2A-8DA1-6836-1C74-3CDFFD3E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BFA17-53B7-4D31-B4FC-E108E1A35F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5520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9A2EE7-83EA-2409-9C82-7F065420C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ED7AFD-CA4B-9398-F9C5-1785C6080B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6ABD1C-5D9A-8E00-2C7A-8AA2C4CA1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C4905-139F-4E14-8443-F80EB1AE3DD6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93CEA5-5D84-FA7C-96C8-33FEA3FEF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B50C54-B72A-61FA-357D-42EA3254B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BFA17-53B7-4D31-B4FC-E108E1A35F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4899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87A664-D942-F119-1389-1A2936131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8A0FB62-A116-5692-E2C5-3A588A19DF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769D2F-1C98-1FF8-FA5E-7199E4C3C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C4905-139F-4E14-8443-F80EB1AE3DD6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FD841B-6700-D41C-F3F4-BD9F84955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529CA3-C090-65BD-D785-977407FE2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BFA17-53B7-4D31-B4FC-E108E1A35F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5497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25C3AE-CD99-310D-FC28-A277DA8DF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5AA5A8-C74F-5D3C-B0C7-1F9F903E5A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645CFAF-639B-FDA5-AEBF-77C19A6053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6ED02C1-DFEA-F219-B8AA-077CA8C29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C4905-139F-4E14-8443-F80EB1AE3DD6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1CFB79C-8E3B-5C20-EDD2-4C3F61544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5116EA4-216D-2735-EF94-F2D10CDD5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BFA17-53B7-4D31-B4FC-E108E1A35F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3791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BFBA7A-B2FF-AEB4-6E38-8A3CF7459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015068-3585-9F82-3304-B68EE8F13D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E2B4A19-64D2-87F7-E553-8285A23895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E4878C8-377E-9048-7D1F-38EF4AEC47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98708CF-BC09-6687-D263-95DB5A2495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51211B3-052B-92CF-ADF2-891BFEC29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C4905-139F-4E14-8443-F80EB1AE3DD6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1192435-B492-82FF-5736-DDD95A8BB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907BD8B-BEA0-55F5-00A4-5EF7BF2A3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BFA17-53B7-4D31-B4FC-E108E1A35F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3316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AB40D9-5988-0D27-B386-538A38A50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24AC8AE-8C5D-08FE-CE15-14D079743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C4905-139F-4E14-8443-F80EB1AE3DD6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4107204-9E16-3AA9-172F-C06CE9EFF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AFD51A2-8A5B-3A04-766D-001604A8E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BFA17-53B7-4D31-B4FC-E108E1A35F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0023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0F61010-D150-C416-E8C7-F9B490B84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C4905-139F-4E14-8443-F80EB1AE3DD6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ED7C22E-2EF9-9E71-83E1-4520CAA68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140FAA-32AA-9CEC-949D-920EF8877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BFA17-53B7-4D31-B4FC-E108E1A35F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7452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A4BECF-B207-9E0F-F605-B100139A1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AA2993-52C0-CA77-8FD1-08F978FD0A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66C3FD3-FA3F-B397-E01C-7AC6422944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8CFEC35-484A-8FC2-0566-22B752B75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C4905-139F-4E14-8443-F80EB1AE3DD6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59D8263-68D6-2DE8-932B-2AA09AE5E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500AE25-EE85-36C0-F0C3-1739A0E0B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BFA17-53B7-4D31-B4FC-E108E1A35F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4361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38C7FC-8FAC-BD7D-C568-AAD6D924E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ECF8EF6-9590-E056-D6E0-35E84D9F2A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DC404B1-6D5D-B81C-4952-F2E5E0E992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F8C5DA9-D12D-6293-3AA0-74E14DD15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C4905-139F-4E14-8443-F80EB1AE3DD6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AEF1419-3525-0B56-2AAB-554FD9681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1EA1FD7-AE2E-C3E6-8F55-4D096F540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BFA17-53B7-4D31-B4FC-E108E1A35F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5451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46C477-2E83-E145-8BB7-34E5AC4E7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A286933-65EA-D83D-4FE8-FF4118D2F6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1A8A08-B8CF-4A11-A141-6DFC13DE1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C4905-139F-4E14-8443-F80EB1AE3DD6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E62C00-C196-7BDF-23DA-F2E1A0BB0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292074-0A92-71F4-1441-18F5C8BF3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BFA17-53B7-4D31-B4FC-E108E1A35F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3858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FDC7290-A764-7659-DD63-2D73B1618A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491E1B2-3C35-0E1B-375B-39ADCDF5D9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4FB0EB-F245-77D4-E248-78700FDC5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C4905-139F-4E14-8443-F80EB1AE3DD6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85F388-0D92-76D8-F979-3D5C52DB3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BD6508-B615-6BCB-95DB-A6BF4101A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BFA17-53B7-4D31-B4FC-E108E1A35F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9103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7EE8503-B3E0-8CCA-5645-4F261A6CA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5C78007-0527-1626-DC45-4FE7CAB2BB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33DC32-C19B-3EA6-5572-910032040F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1C4905-139F-4E14-8443-F80EB1AE3DD6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8FE649-B980-8D24-6346-D3605F53E4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6BE8FE-F0FF-DBAF-9F22-1A1184EFEB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2BFA17-53B7-4D31-B4FC-E108E1A35F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7671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5396D935-54C4-4EFA-86B7-6A318D63B126}"/>
              </a:ext>
            </a:extLst>
          </p:cNvPr>
          <p:cNvSpPr txBox="1"/>
          <p:nvPr/>
        </p:nvSpPr>
        <p:spPr>
          <a:xfrm>
            <a:off x="750148" y="2639763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src</a:t>
            </a:r>
            <a:endParaRPr lang="ko-KR" altLang="en-US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314A4FD-0BDF-4C2D-AE38-99E882643881}"/>
              </a:ext>
            </a:extLst>
          </p:cNvPr>
          <p:cNvSpPr/>
          <p:nvPr/>
        </p:nvSpPr>
        <p:spPr>
          <a:xfrm>
            <a:off x="861209" y="3026285"/>
            <a:ext cx="58599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2" name="표 8">
            <a:extLst>
              <a:ext uri="{FF2B5EF4-FFF2-40B4-BE49-F238E27FC236}">
                <a16:creationId xmlns:a16="http://schemas.microsoft.com/office/drawing/2014/main" id="{526FA1F4-B1DB-4EAF-8640-B3AEF10040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5128603"/>
              </p:ext>
            </p:extLst>
          </p:nvPr>
        </p:nvGraphicFramePr>
        <p:xfrm>
          <a:off x="2809746" y="3026285"/>
          <a:ext cx="488325" cy="14818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325">
                  <a:extLst>
                    <a:ext uri="{9D8B030D-6E8A-4147-A177-3AD203B41FA5}">
                      <a16:colId xmlns:a16="http://schemas.microsoft.com/office/drawing/2014/main" val="3112511452"/>
                    </a:ext>
                  </a:extLst>
                </a:gridCol>
              </a:tblGrid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8718679"/>
                  </a:ext>
                </a:extLst>
              </a:tr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189920"/>
                  </a:ext>
                </a:extLst>
              </a:tr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8615441"/>
                  </a:ext>
                </a:extLst>
              </a:tr>
            </a:tbl>
          </a:graphicData>
        </a:graphic>
      </p:graphicFrame>
      <p:sp>
        <p:nvSpPr>
          <p:cNvPr id="33" name="직사각형 32">
            <a:extLst>
              <a:ext uri="{FF2B5EF4-FFF2-40B4-BE49-F238E27FC236}">
                <a16:creationId xmlns:a16="http://schemas.microsoft.com/office/drawing/2014/main" id="{18DCCF90-8D9D-4234-9C00-B193431AFDD0}"/>
              </a:ext>
            </a:extLst>
          </p:cNvPr>
          <p:cNvSpPr/>
          <p:nvPr/>
        </p:nvSpPr>
        <p:spPr>
          <a:xfrm>
            <a:off x="4556140" y="3033357"/>
            <a:ext cx="58599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002060"/>
                </a:solidFill>
              </a:rPr>
              <a:t>1</a:t>
            </a:r>
            <a:endParaRPr lang="ko-KR" altLang="en-US" b="1" dirty="0">
              <a:solidFill>
                <a:srgbClr val="002060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EA53E02-52B7-4B79-8A5A-B4B62C3E13A4}"/>
              </a:ext>
            </a:extLst>
          </p:cNvPr>
          <p:cNvSpPr/>
          <p:nvPr/>
        </p:nvSpPr>
        <p:spPr>
          <a:xfrm>
            <a:off x="4556140" y="3586894"/>
            <a:ext cx="58599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002060"/>
                </a:solidFill>
              </a:rPr>
              <a:t>2</a:t>
            </a:r>
            <a:endParaRPr lang="ko-KR" altLang="en-US" b="1" dirty="0">
              <a:solidFill>
                <a:srgbClr val="002060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C1C5478-3448-4DE3-8989-1D58D7B3A3EA}"/>
              </a:ext>
            </a:extLst>
          </p:cNvPr>
          <p:cNvSpPr/>
          <p:nvPr/>
        </p:nvSpPr>
        <p:spPr>
          <a:xfrm>
            <a:off x="4556140" y="4138805"/>
            <a:ext cx="58599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002060"/>
                </a:solidFill>
              </a:rPr>
              <a:t>3</a:t>
            </a:r>
            <a:endParaRPr lang="ko-KR" altLang="en-US" b="1" dirty="0">
              <a:solidFill>
                <a:srgbClr val="00206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FD77734-B4BB-487F-9DE2-4187E88E68A7}"/>
              </a:ext>
            </a:extLst>
          </p:cNvPr>
          <p:cNvSpPr txBox="1"/>
          <p:nvPr/>
        </p:nvSpPr>
        <p:spPr>
          <a:xfrm>
            <a:off x="750148" y="4093749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dst</a:t>
            </a:r>
            <a:endParaRPr lang="ko-KR" altLang="en-US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EF021E0A-4CAB-495A-B872-F1BECA282EA7}"/>
              </a:ext>
            </a:extLst>
          </p:cNvPr>
          <p:cNvSpPr/>
          <p:nvPr/>
        </p:nvSpPr>
        <p:spPr>
          <a:xfrm>
            <a:off x="861209" y="4480271"/>
            <a:ext cx="58599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76612AC9-06C5-4496-A30F-F9D372C7D8C6}"/>
              </a:ext>
            </a:extLst>
          </p:cNvPr>
          <p:cNvCxnSpPr>
            <a:cxnSpLocks/>
          </p:cNvCxnSpPr>
          <p:nvPr/>
        </p:nvCxnSpPr>
        <p:spPr>
          <a:xfrm>
            <a:off x="1179059" y="3218023"/>
            <a:ext cx="1533017" cy="0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3BD0465F-98C6-48DE-83BC-AF38CFFB941F}"/>
              </a:ext>
            </a:extLst>
          </p:cNvPr>
          <p:cNvCxnSpPr>
            <a:cxnSpLocks/>
          </p:cNvCxnSpPr>
          <p:nvPr/>
        </p:nvCxnSpPr>
        <p:spPr>
          <a:xfrm flipV="1">
            <a:off x="1179059" y="3290687"/>
            <a:ext cx="1533017" cy="1374250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B3BDE953-0573-42AA-9050-1E05135433C1}"/>
              </a:ext>
            </a:extLst>
          </p:cNvPr>
          <p:cNvCxnSpPr>
            <a:cxnSpLocks/>
          </p:cNvCxnSpPr>
          <p:nvPr/>
        </p:nvCxnSpPr>
        <p:spPr>
          <a:xfrm>
            <a:off x="3087989" y="3253974"/>
            <a:ext cx="1435347" cy="0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2B5FD45B-52BD-40FE-A1D2-45F06E53D8F6}"/>
              </a:ext>
            </a:extLst>
          </p:cNvPr>
          <p:cNvCxnSpPr>
            <a:cxnSpLocks/>
          </p:cNvCxnSpPr>
          <p:nvPr/>
        </p:nvCxnSpPr>
        <p:spPr>
          <a:xfrm>
            <a:off x="3087989" y="3747645"/>
            <a:ext cx="1435347" cy="0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A64378F6-4548-46D1-9B84-7DFE4D880A28}"/>
              </a:ext>
            </a:extLst>
          </p:cNvPr>
          <p:cNvCxnSpPr>
            <a:cxnSpLocks/>
            <a:endCxn id="35" idx="1"/>
          </p:cNvCxnSpPr>
          <p:nvPr/>
        </p:nvCxnSpPr>
        <p:spPr>
          <a:xfrm>
            <a:off x="3087989" y="4308012"/>
            <a:ext cx="1468151" cy="15459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EEB7BC73-0C7E-4F79-AC0A-C60A6333ADA6}"/>
              </a:ext>
            </a:extLst>
          </p:cNvPr>
          <p:cNvSpPr txBox="1"/>
          <p:nvPr/>
        </p:nvSpPr>
        <p:spPr>
          <a:xfrm>
            <a:off x="6556090" y="2025552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src</a:t>
            </a:r>
            <a:endParaRPr lang="ko-KR" altLang="en-US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A9F11962-AE75-4650-B9B6-CF7997C64431}"/>
              </a:ext>
            </a:extLst>
          </p:cNvPr>
          <p:cNvSpPr/>
          <p:nvPr/>
        </p:nvSpPr>
        <p:spPr>
          <a:xfrm>
            <a:off x="6667151" y="2412074"/>
            <a:ext cx="58599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4" name="표 8">
            <a:extLst>
              <a:ext uri="{FF2B5EF4-FFF2-40B4-BE49-F238E27FC236}">
                <a16:creationId xmlns:a16="http://schemas.microsoft.com/office/drawing/2014/main" id="{E8D086D7-F4D2-4B47-80FF-B318E618C9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1513930"/>
              </p:ext>
            </p:extLst>
          </p:nvPr>
        </p:nvGraphicFramePr>
        <p:xfrm>
          <a:off x="8615688" y="2412074"/>
          <a:ext cx="488325" cy="14818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325">
                  <a:extLst>
                    <a:ext uri="{9D8B030D-6E8A-4147-A177-3AD203B41FA5}">
                      <a16:colId xmlns:a16="http://schemas.microsoft.com/office/drawing/2014/main" val="3112511452"/>
                    </a:ext>
                  </a:extLst>
                </a:gridCol>
              </a:tblGrid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8718679"/>
                  </a:ext>
                </a:extLst>
              </a:tr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189920"/>
                  </a:ext>
                </a:extLst>
              </a:tr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8615441"/>
                  </a:ext>
                </a:extLst>
              </a:tr>
            </a:tbl>
          </a:graphicData>
        </a:graphic>
      </p:graphicFrame>
      <p:sp>
        <p:nvSpPr>
          <p:cNvPr id="75" name="직사각형 74">
            <a:extLst>
              <a:ext uri="{FF2B5EF4-FFF2-40B4-BE49-F238E27FC236}">
                <a16:creationId xmlns:a16="http://schemas.microsoft.com/office/drawing/2014/main" id="{E7405155-4880-4586-94D3-3F4E29C1CD5B}"/>
              </a:ext>
            </a:extLst>
          </p:cNvPr>
          <p:cNvSpPr/>
          <p:nvPr/>
        </p:nvSpPr>
        <p:spPr>
          <a:xfrm>
            <a:off x="10362082" y="2419146"/>
            <a:ext cx="58599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002060"/>
                </a:solidFill>
              </a:rPr>
              <a:t>1</a:t>
            </a:r>
            <a:endParaRPr lang="ko-KR" altLang="en-US" b="1" dirty="0">
              <a:solidFill>
                <a:srgbClr val="002060"/>
              </a:solidFill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5FCBBE90-8B5B-41DC-9EFC-20C5D0986CAE}"/>
              </a:ext>
            </a:extLst>
          </p:cNvPr>
          <p:cNvSpPr/>
          <p:nvPr/>
        </p:nvSpPr>
        <p:spPr>
          <a:xfrm>
            <a:off x="10362082" y="2972683"/>
            <a:ext cx="58599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002060"/>
                </a:solidFill>
              </a:rPr>
              <a:t>2</a:t>
            </a:r>
            <a:endParaRPr lang="ko-KR" altLang="en-US" b="1" dirty="0">
              <a:solidFill>
                <a:srgbClr val="002060"/>
              </a:solidFill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C378E92F-D9B1-42E2-823A-576121669ED5}"/>
              </a:ext>
            </a:extLst>
          </p:cNvPr>
          <p:cNvSpPr/>
          <p:nvPr/>
        </p:nvSpPr>
        <p:spPr>
          <a:xfrm>
            <a:off x="10362082" y="3524594"/>
            <a:ext cx="58599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002060"/>
                </a:solidFill>
              </a:rPr>
              <a:t>3</a:t>
            </a:r>
            <a:endParaRPr lang="ko-KR" altLang="en-US" b="1" dirty="0">
              <a:solidFill>
                <a:srgbClr val="002060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8E98C7E-0C8C-4FA3-81D3-E2DC7A634342}"/>
              </a:ext>
            </a:extLst>
          </p:cNvPr>
          <p:cNvSpPr txBox="1"/>
          <p:nvPr/>
        </p:nvSpPr>
        <p:spPr>
          <a:xfrm>
            <a:off x="6601632" y="3775503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dst</a:t>
            </a:r>
            <a:endParaRPr lang="ko-KR" altLang="en-US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51C0AEB9-F6AB-4495-9A01-FA6990FC44CD}"/>
              </a:ext>
            </a:extLst>
          </p:cNvPr>
          <p:cNvSpPr/>
          <p:nvPr/>
        </p:nvSpPr>
        <p:spPr>
          <a:xfrm>
            <a:off x="6712693" y="4162025"/>
            <a:ext cx="58599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08DFC583-3AD2-4EAB-A577-2784D2A3B8AF}"/>
              </a:ext>
            </a:extLst>
          </p:cNvPr>
          <p:cNvCxnSpPr>
            <a:cxnSpLocks/>
          </p:cNvCxnSpPr>
          <p:nvPr/>
        </p:nvCxnSpPr>
        <p:spPr>
          <a:xfrm>
            <a:off x="6985001" y="2603812"/>
            <a:ext cx="1533017" cy="0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34DE0A62-CBD7-46B9-A6F2-F683F101D3BF}"/>
              </a:ext>
            </a:extLst>
          </p:cNvPr>
          <p:cNvCxnSpPr>
            <a:cxnSpLocks/>
          </p:cNvCxnSpPr>
          <p:nvPr/>
        </p:nvCxnSpPr>
        <p:spPr>
          <a:xfrm flipV="1">
            <a:off x="7030543" y="4339618"/>
            <a:ext cx="1487475" cy="7073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34993F97-D994-4067-874B-47C366E6FDB3}"/>
              </a:ext>
            </a:extLst>
          </p:cNvPr>
          <p:cNvCxnSpPr>
            <a:cxnSpLocks/>
          </p:cNvCxnSpPr>
          <p:nvPr/>
        </p:nvCxnSpPr>
        <p:spPr>
          <a:xfrm>
            <a:off x="8893931" y="2639763"/>
            <a:ext cx="1435347" cy="0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AC5CB7CB-3A2B-4F9A-AD90-D3752E3BCCD6}"/>
              </a:ext>
            </a:extLst>
          </p:cNvPr>
          <p:cNvCxnSpPr>
            <a:cxnSpLocks/>
          </p:cNvCxnSpPr>
          <p:nvPr/>
        </p:nvCxnSpPr>
        <p:spPr>
          <a:xfrm>
            <a:off x="8893931" y="3133434"/>
            <a:ext cx="1435347" cy="0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FFFC814C-A305-4C8D-B78F-C741EA53BD8B}"/>
              </a:ext>
            </a:extLst>
          </p:cNvPr>
          <p:cNvCxnSpPr>
            <a:cxnSpLocks/>
            <a:endCxn id="77" idx="1"/>
          </p:cNvCxnSpPr>
          <p:nvPr/>
        </p:nvCxnSpPr>
        <p:spPr>
          <a:xfrm>
            <a:off x="8893931" y="3693801"/>
            <a:ext cx="1468151" cy="15459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85" name="표 8">
            <a:extLst>
              <a:ext uri="{FF2B5EF4-FFF2-40B4-BE49-F238E27FC236}">
                <a16:creationId xmlns:a16="http://schemas.microsoft.com/office/drawing/2014/main" id="{16B13D9D-7E34-4D69-82C4-7AB5445BDB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6794058"/>
              </p:ext>
            </p:extLst>
          </p:nvPr>
        </p:nvGraphicFramePr>
        <p:xfrm>
          <a:off x="8649768" y="4187472"/>
          <a:ext cx="488325" cy="14818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325">
                  <a:extLst>
                    <a:ext uri="{9D8B030D-6E8A-4147-A177-3AD203B41FA5}">
                      <a16:colId xmlns:a16="http://schemas.microsoft.com/office/drawing/2014/main" val="3112511452"/>
                    </a:ext>
                  </a:extLst>
                </a:gridCol>
              </a:tblGrid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8718679"/>
                  </a:ext>
                </a:extLst>
              </a:tr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189920"/>
                  </a:ext>
                </a:extLst>
              </a:tr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8615441"/>
                  </a:ext>
                </a:extLst>
              </a:tr>
            </a:tbl>
          </a:graphicData>
        </a:graphic>
      </p:graphicFrame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91849FC4-C54B-456C-879B-105F54977A93}"/>
              </a:ext>
            </a:extLst>
          </p:cNvPr>
          <p:cNvCxnSpPr>
            <a:cxnSpLocks/>
          </p:cNvCxnSpPr>
          <p:nvPr/>
        </p:nvCxnSpPr>
        <p:spPr>
          <a:xfrm flipV="1">
            <a:off x="8893930" y="2811690"/>
            <a:ext cx="1435348" cy="1667534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C9338C2F-3507-4B97-8F0F-90FCBC70033B}"/>
              </a:ext>
            </a:extLst>
          </p:cNvPr>
          <p:cNvCxnSpPr>
            <a:cxnSpLocks/>
          </p:cNvCxnSpPr>
          <p:nvPr/>
        </p:nvCxnSpPr>
        <p:spPr>
          <a:xfrm flipV="1">
            <a:off x="8893930" y="3293939"/>
            <a:ext cx="1435348" cy="1667534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C025D559-7EF9-4501-AB92-9FA4341B84B3}"/>
              </a:ext>
            </a:extLst>
          </p:cNvPr>
          <p:cNvCxnSpPr>
            <a:cxnSpLocks/>
          </p:cNvCxnSpPr>
          <p:nvPr/>
        </p:nvCxnSpPr>
        <p:spPr>
          <a:xfrm flipV="1">
            <a:off x="8893930" y="3775503"/>
            <a:ext cx="1435348" cy="1667534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F167A19C-448B-4EAE-88C8-53D944ADC2F0}"/>
              </a:ext>
            </a:extLst>
          </p:cNvPr>
          <p:cNvSpPr txBox="1"/>
          <p:nvPr/>
        </p:nvSpPr>
        <p:spPr>
          <a:xfrm>
            <a:off x="745706" y="447817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src</a:t>
            </a:r>
            <a:endParaRPr lang="ko-KR" altLang="en-US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14FB103B-726D-4330-AC1E-8309792AB5A8}"/>
              </a:ext>
            </a:extLst>
          </p:cNvPr>
          <p:cNvSpPr/>
          <p:nvPr/>
        </p:nvSpPr>
        <p:spPr>
          <a:xfrm>
            <a:off x="856767" y="834339"/>
            <a:ext cx="58599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93" name="표 8">
            <a:extLst>
              <a:ext uri="{FF2B5EF4-FFF2-40B4-BE49-F238E27FC236}">
                <a16:creationId xmlns:a16="http://schemas.microsoft.com/office/drawing/2014/main" id="{82DF7405-1C03-43FA-9B8F-F8C2D8E750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3407246"/>
              </p:ext>
            </p:extLst>
          </p:nvPr>
        </p:nvGraphicFramePr>
        <p:xfrm>
          <a:off x="2805304" y="834339"/>
          <a:ext cx="488325" cy="14818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325">
                  <a:extLst>
                    <a:ext uri="{9D8B030D-6E8A-4147-A177-3AD203B41FA5}">
                      <a16:colId xmlns:a16="http://schemas.microsoft.com/office/drawing/2014/main" val="3112511452"/>
                    </a:ext>
                  </a:extLst>
                </a:gridCol>
              </a:tblGrid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8718679"/>
                  </a:ext>
                </a:extLst>
              </a:tr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189920"/>
                  </a:ext>
                </a:extLst>
              </a:tr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8615441"/>
                  </a:ext>
                </a:extLst>
              </a:tr>
            </a:tbl>
          </a:graphicData>
        </a:graphic>
      </p:graphicFrame>
      <p:sp>
        <p:nvSpPr>
          <p:cNvPr id="94" name="직사각형 93">
            <a:extLst>
              <a:ext uri="{FF2B5EF4-FFF2-40B4-BE49-F238E27FC236}">
                <a16:creationId xmlns:a16="http://schemas.microsoft.com/office/drawing/2014/main" id="{9D28E09F-5D8F-42BD-B404-A5A355538C76}"/>
              </a:ext>
            </a:extLst>
          </p:cNvPr>
          <p:cNvSpPr/>
          <p:nvPr/>
        </p:nvSpPr>
        <p:spPr>
          <a:xfrm>
            <a:off x="4551698" y="841411"/>
            <a:ext cx="58599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002060"/>
                </a:solidFill>
              </a:rPr>
              <a:t>1</a:t>
            </a:r>
            <a:endParaRPr lang="ko-KR" altLang="en-US" b="1" dirty="0">
              <a:solidFill>
                <a:srgbClr val="002060"/>
              </a:solidFill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DA128DCB-F87A-4493-849B-6407BE68FD43}"/>
              </a:ext>
            </a:extLst>
          </p:cNvPr>
          <p:cNvSpPr/>
          <p:nvPr/>
        </p:nvSpPr>
        <p:spPr>
          <a:xfrm>
            <a:off x="4551698" y="1394948"/>
            <a:ext cx="58599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002060"/>
                </a:solidFill>
              </a:rPr>
              <a:t>2</a:t>
            </a:r>
            <a:endParaRPr lang="ko-KR" altLang="en-US" b="1" dirty="0">
              <a:solidFill>
                <a:srgbClr val="002060"/>
              </a:solidFill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78052694-9E0F-4167-BB78-93C166B9C8E3}"/>
              </a:ext>
            </a:extLst>
          </p:cNvPr>
          <p:cNvSpPr/>
          <p:nvPr/>
        </p:nvSpPr>
        <p:spPr>
          <a:xfrm>
            <a:off x="4551698" y="1946859"/>
            <a:ext cx="58599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002060"/>
                </a:solidFill>
              </a:rPr>
              <a:t>3</a:t>
            </a:r>
            <a:endParaRPr lang="ko-KR" altLang="en-US" b="1" dirty="0">
              <a:solidFill>
                <a:srgbClr val="002060"/>
              </a:solidFill>
            </a:endParaRPr>
          </a:p>
        </p:txBody>
      </p: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67DCE631-1841-485C-9176-350FE74C2C11}"/>
              </a:ext>
            </a:extLst>
          </p:cNvPr>
          <p:cNvCxnSpPr>
            <a:cxnSpLocks/>
          </p:cNvCxnSpPr>
          <p:nvPr/>
        </p:nvCxnSpPr>
        <p:spPr>
          <a:xfrm>
            <a:off x="1174617" y="1026077"/>
            <a:ext cx="1533017" cy="0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A5DB9899-7CD8-4794-B051-62051509B459}"/>
              </a:ext>
            </a:extLst>
          </p:cNvPr>
          <p:cNvCxnSpPr>
            <a:cxnSpLocks/>
          </p:cNvCxnSpPr>
          <p:nvPr/>
        </p:nvCxnSpPr>
        <p:spPr>
          <a:xfrm>
            <a:off x="3083547" y="1062028"/>
            <a:ext cx="1435347" cy="0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4774B66E-48E0-4E82-BF14-F24B8B4A02A1}"/>
              </a:ext>
            </a:extLst>
          </p:cNvPr>
          <p:cNvCxnSpPr>
            <a:cxnSpLocks/>
          </p:cNvCxnSpPr>
          <p:nvPr/>
        </p:nvCxnSpPr>
        <p:spPr>
          <a:xfrm>
            <a:off x="3083547" y="1555699"/>
            <a:ext cx="1435347" cy="0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001A0C2B-08C2-4195-9C0B-F9136FA6E4BE}"/>
              </a:ext>
            </a:extLst>
          </p:cNvPr>
          <p:cNvCxnSpPr>
            <a:cxnSpLocks/>
            <a:endCxn id="96" idx="1"/>
          </p:cNvCxnSpPr>
          <p:nvPr/>
        </p:nvCxnSpPr>
        <p:spPr>
          <a:xfrm>
            <a:off x="3083547" y="2116066"/>
            <a:ext cx="1468151" cy="15459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1839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5396D935-54C4-4EFA-86B7-6A318D63B126}"/>
              </a:ext>
            </a:extLst>
          </p:cNvPr>
          <p:cNvSpPr txBox="1"/>
          <p:nvPr/>
        </p:nvSpPr>
        <p:spPr>
          <a:xfrm>
            <a:off x="750148" y="417263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src</a:t>
            </a:r>
            <a:endParaRPr lang="ko-KR" altLang="en-US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314A4FD-0BDF-4C2D-AE38-99E882643881}"/>
              </a:ext>
            </a:extLst>
          </p:cNvPr>
          <p:cNvSpPr/>
          <p:nvPr/>
        </p:nvSpPr>
        <p:spPr>
          <a:xfrm>
            <a:off x="861209" y="803785"/>
            <a:ext cx="58599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2" name="표 8">
            <a:extLst>
              <a:ext uri="{FF2B5EF4-FFF2-40B4-BE49-F238E27FC236}">
                <a16:creationId xmlns:a16="http://schemas.microsoft.com/office/drawing/2014/main" id="{526FA1F4-B1DB-4EAF-8640-B3AEF10040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872851"/>
              </p:ext>
            </p:extLst>
          </p:nvPr>
        </p:nvGraphicFramePr>
        <p:xfrm>
          <a:off x="2809746" y="803785"/>
          <a:ext cx="488325" cy="14818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325">
                  <a:extLst>
                    <a:ext uri="{9D8B030D-6E8A-4147-A177-3AD203B41FA5}">
                      <a16:colId xmlns:a16="http://schemas.microsoft.com/office/drawing/2014/main" val="3112511452"/>
                    </a:ext>
                  </a:extLst>
                </a:gridCol>
              </a:tblGrid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8718679"/>
                  </a:ext>
                </a:extLst>
              </a:tr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189920"/>
                  </a:ext>
                </a:extLst>
              </a:tr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8615441"/>
                  </a:ext>
                </a:extLst>
              </a:tr>
            </a:tbl>
          </a:graphicData>
        </a:graphic>
      </p:graphicFrame>
      <p:sp>
        <p:nvSpPr>
          <p:cNvPr id="33" name="직사각형 32">
            <a:extLst>
              <a:ext uri="{FF2B5EF4-FFF2-40B4-BE49-F238E27FC236}">
                <a16:creationId xmlns:a16="http://schemas.microsoft.com/office/drawing/2014/main" id="{18DCCF90-8D9D-4234-9C00-B193431AFDD0}"/>
              </a:ext>
            </a:extLst>
          </p:cNvPr>
          <p:cNvSpPr/>
          <p:nvPr/>
        </p:nvSpPr>
        <p:spPr>
          <a:xfrm>
            <a:off x="4556140" y="810857"/>
            <a:ext cx="58599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002060"/>
                </a:solidFill>
              </a:rPr>
              <a:t>1</a:t>
            </a:r>
            <a:endParaRPr lang="ko-KR" altLang="en-US" b="1" dirty="0">
              <a:solidFill>
                <a:srgbClr val="002060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EA53E02-52B7-4B79-8A5A-B4B62C3E13A4}"/>
              </a:ext>
            </a:extLst>
          </p:cNvPr>
          <p:cNvSpPr/>
          <p:nvPr/>
        </p:nvSpPr>
        <p:spPr>
          <a:xfrm>
            <a:off x="4556140" y="1364394"/>
            <a:ext cx="58599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002060"/>
                </a:solidFill>
              </a:rPr>
              <a:t>2</a:t>
            </a:r>
            <a:endParaRPr lang="ko-KR" altLang="en-US" b="1" dirty="0">
              <a:solidFill>
                <a:srgbClr val="002060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C1C5478-3448-4DE3-8989-1D58D7B3A3EA}"/>
              </a:ext>
            </a:extLst>
          </p:cNvPr>
          <p:cNvSpPr/>
          <p:nvPr/>
        </p:nvSpPr>
        <p:spPr>
          <a:xfrm>
            <a:off x="4556140" y="1916305"/>
            <a:ext cx="58599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002060"/>
                </a:solidFill>
              </a:rPr>
              <a:t>3</a:t>
            </a:r>
            <a:endParaRPr lang="ko-KR" altLang="en-US" b="1" dirty="0">
              <a:solidFill>
                <a:srgbClr val="00206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FD77734-B4BB-487F-9DE2-4187E88E68A7}"/>
              </a:ext>
            </a:extLst>
          </p:cNvPr>
          <p:cNvSpPr txBox="1"/>
          <p:nvPr/>
        </p:nvSpPr>
        <p:spPr>
          <a:xfrm>
            <a:off x="750148" y="1871249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dst</a:t>
            </a:r>
            <a:endParaRPr lang="ko-KR" altLang="en-US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EF021E0A-4CAB-495A-B872-F1BECA282EA7}"/>
              </a:ext>
            </a:extLst>
          </p:cNvPr>
          <p:cNvSpPr/>
          <p:nvPr/>
        </p:nvSpPr>
        <p:spPr>
          <a:xfrm>
            <a:off x="861209" y="2257771"/>
            <a:ext cx="58599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76612AC9-06C5-4496-A30F-F9D372C7D8C6}"/>
              </a:ext>
            </a:extLst>
          </p:cNvPr>
          <p:cNvCxnSpPr>
            <a:cxnSpLocks/>
          </p:cNvCxnSpPr>
          <p:nvPr/>
        </p:nvCxnSpPr>
        <p:spPr>
          <a:xfrm>
            <a:off x="1179059" y="995523"/>
            <a:ext cx="1533017" cy="0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3BD0465F-98C6-48DE-83BC-AF38CFFB941F}"/>
              </a:ext>
            </a:extLst>
          </p:cNvPr>
          <p:cNvCxnSpPr>
            <a:cxnSpLocks/>
          </p:cNvCxnSpPr>
          <p:nvPr/>
        </p:nvCxnSpPr>
        <p:spPr>
          <a:xfrm flipV="1">
            <a:off x="1179059" y="1068187"/>
            <a:ext cx="1533017" cy="1374250"/>
          </a:xfrm>
          <a:prstGeom prst="straightConnector1">
            <a:avLst/>
          </a:prstGeom>
          <a:ln>
            <a:solidFill>
              <a:srgbClr val="FF0000"/>
            </a:solidFill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B3BDE953-0573-42AA-9050-1E05135433C1}"/>
              </a:ext>
            </a:extLst>
          </p:cNvPr>
          <p:cNvCxnSpPr>
            <a:cxnSpLocks/>
            <a:endCxn id="42" idx="1"/>
          </p:cNvCxnSpPr>
          <p:nvPr/>
        </p:nvCxnSpPr>
        <p:spPr>
          <a:xfrm flipV="1">
            <a:off x="3087989" y="468044"/>
            <a:ext cx="1468151" cy="563430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2B5FD45B-52BD-40FE-A1D2-45F06E53D8F6}"/>
              </a:ext>
            </a:extLst>
          </p:cNvPr>
          <p:cNvCxnSpPr>
            <a:cxnSpLocks/>
          </p:cNvCxnSpPr>
          <p:nvPr/>
        </p:nvCxnSpPr>
        <p:spPr>
          <a:xfrm>
            <a:off x="3087989" y="1525145"/>
            <a:ext cx="1435347" cy="0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A64378F6-4548-46D1-9B84-7DFE4D880A28}"/>
              </a:ext>
            </a:extLst>
          </p:cNvPr>
          <p:cNvCxnSpPr>
            <a:cxnSpLocks/>
            <a:endCxn id="35" idx="1"/>
          </p:cNvCxnSpPr>
          <p:nvPr/>
        </p:nvCxnSpPr>
        <p:spPr>
          <a:xfrm>
            <a:off x="3087989" y="2085512"/>
            <a:ext cx="1468151" cy="15459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EEB7BC73-0C7E-4F79-AC0A-C60A6333ADA6}"/>
              </a:ext>
            </a:extLst>
          </p:cNvPr>
          <p:cNvSpPr txBox="1"/>
          <p:nvPr/>
        </p:nvSpPr>
        <p:spPr>
          <a:xfrm>
            <a:off x="750148" y="3002803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src</a:t>
            </a:r>
            <a:endParaRPr lang="ko-KR" altLang="en-US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A9F11962-AE75-4650-B9B6-CF7997C64431}"/>
              </a:ext>
            </a:extLst>
          </p:cNvPr>
          <p:cNvSpPr/>
          <p:nvPr/>
        </p:nvSpPr>
        <p:spPr>
          <a:xfrm>
            <a:off x="861209" y="3389325"/>
            <a:ext cx="58599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4" name="표 8">
            <a:extLst>
              <a:ext uri="{FF2B5EF4-FFF2-40B4-BE49-F238E27FC236}">
                <a16:creationId xmlns:a16="http://schemas.microsoft.com/office/drawing/2014/main" id="{E8D086D7-F4D2-4B47-80FF-B318E618C9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9179806"/>
              </p:ext>
            </p:extLst>
          </p:nvPr>
        </p:nvGraphicFramePr>
        <p:xfrm>
          <a:off x="2809746" y="3389325"/>
          <a:ext cx="488325" cy="14818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325">
                  <a:extLst>
                    <a:ext uri="{9D8B030D-6E8A-4147-A177-3AD203B41FA5}">
                      <a16:colId xmlns:a16="http://schemas.microsoft.com/office/drawing/2014/main" val="3112511452"/>
                    </a:ext>
                  </a:extLst>
                </a:gridCol>
              </a:tblGrid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8718679"/>
                  </a:ext>
                </a:extLst>
              </a:tr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189920"/>
                  </a:ext>
                </a:extLst>
              </a:tr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8615441"/>
                  </a:ext>
                </a:extLst>
              </a:tr>
            </a:tbl>
          </a:graphicData>
        </a:graphic>
      </p:graphicFrame>
      <p:sp>
        <p:nvSpPr>
          <p:cNvPr id="75" name="직사각형 74">
            <a:extLst>
              <a:ext uri="{FF2B5EF4-FFF2-40B4-BE49-F238E27FC236}">
                <a16:creationId xmlns:a16="http://schemas.microsoft.com/office/drawing/2014/main" id="{E7405155-4880-4586-94D3-3F4E29C1CD5B}"/>
              </a:ext>
            </a:extLst>
          </p:cNvPr>
          <p:cNvSpPr/>
          <p:nvPr/>
        </p:nvSpPr>
        <p:spPr>
          <a:xfrm>
            <a:off x="4556140" y="3396397"/>
            <a:ext cx="58599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002060"/>
                </a:solidFill>
              </a:rPr>
              <a:t>1</a:t>
            </a:r>
            <a:endParaRPr lang="ko-KR" altLang="en-US" b="1" dirty="0">
              <a:solidFill>
                <a:srgbClr val="002060"/>
              </a:solidFill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5FCBBE90-8B5B-41DC-9EFC-20C5D0986CAE}"/>
              </a:ext>
            </a:extLst>
          </p:cNvPr>
          <p:cNvSpPr/>
          <p:nvPr/>
        </p:nvSpPr>
        <p:spPr>
          <a:xfrm>
            <a:off x="4556140" y="3949934"/>
            <a:ext cx="58599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002060"/>
                </a:solidFill>
              </a:rPr>
              <a:t>2</a:t>
            </a:r>
            <a:endParaRPr lang="ko-KR" altLang="en-US" b="1" dirty="0">
              <a:solidFill>
                <a:srgbClr val="002060"/>
              </a:solidFill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C378E92F-D9B1-42E2-823A-576121669ED5}"/>
              </a:ext>
            </a:extLst>
          </p:cNvPr>
          <p:cNvSpPr/>
          <p:nvPr/>
        </p:nvSpPr>
        <p:spPr>
          <a:xfrm>
            <a:off x="4556140" y="4501845"/>
            <a:ext cx="58599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002060"/>
                </a:solidFill>
              </a:rPr>
              <a:t>3</a:t>
            </a:r>
            <a:endParaRPr lang="ko-KR" altLang="en-US" b="1" dirty="0">
              <a:solidFill>
                <a:srgbClr val="002060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8E98C7E-0C8C-4FA3-81D3-E2DC7A634342}"/>
              </a:ext>
            </a:extLst>
          </p:cNvPr>
          <p:cNvSpPr txBox="1"/>
          <p:nvPr/>
        </p:nvSpPr>
        <p:spPr>
          <a:xfrm>
            <a:off x="795690" y="4752754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dst</a:t>
            </a:r>
            <a:endParaRPr lang="ko-KR" altLang="en-US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51C0AEB9-F6AB-4495-9A01-FA6990FC44CD}"/>
              </a:ext>
            </a:extLst>
          </p:cNvPr>
          <p:cNvSpPr/>
          <p:nvPr/>
        </p:nvSpPr>
        <p:spPr>
          <a:xfrm>
            <a:off x="906751" y="5139276"/>
            <a:ext cx="58599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08DFC583-3AD2-4EAB-A577-2784D2A3B8AF}"/>
              </a:ext>
            </a:extLst>
          </p:cNvPr>
          <p:cNvCxnSpPr>
            <a:cxnSpLocks/>
          </p:cNvCxnSpPr>
          <p:nvPr/>
        </p:nvCxnSpPr>
        <p:spPr>
          <a:xfrm>
            <a:off x="1179059" y="3581063"/>
            <a:ext cx="1533017" cy="0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34DE0A62-CBD7-46B9-A6F2-F683F101D3BF}"/>
              </a:ext>
            </a:extLst>
          </p:cNvPr>
          <p:cNvCxnSpPr>
            <a:cxnSpLocks/>
          </p:cNvCxnSpPr>
          <p:nvPr/>
        </p:nvCxnSpPr>
        <p:spPr>
          <a:xfrm flipV="1">
            <a:off x="1224601" y="5316869"/>
            <a:ext cx="1487475" cy="7073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34993F97-D994-4067-874B-47C366E6FDB3}"/>
              </a:ext>
            </a:extLst>
          </p:cNvPr>
          <p:cNvCxnSpPr>
            <a:cxnSpLocks/>
            <a:endCxn id="45" idx="1"/>
          </p:cNvCxnSpPr>
          <p:nvPr/>
        </p:nvCxnSpPr>
        <p:spPr>
          <a:xfrm flipV="1">
            <a:off x="3087989" y="3011800"/>
            <a:ext cx="1468151" cy="605214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AC5CB7CB-3A2B-4F9A-AD90-D3752E3BCCD6}"/>
              </a:ext>
            </a:extLst>
          </p:cNvPr>
          <p:cNvCxnSpPr>
            <a:cxnSpLocks/>
          </p:cNvCxnSpPr>
          <p:nvPr/>
        </p:nvCxnSpPr>
        <p:spPr>
          <a:xfrm>
            <a:off x="3087989" y="4110685"/>
            <a:ext cx="1435347" cy="0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FFFC814C-A305-4C8D-B78F-C741EA53BD8B}"/>
              </a:ext>
            </a:extLst>
          </p:cNvPr>
          <p:cNvCxnSpPr>
            <a:cxnSpLocks/>
            <a:endCxn id="77" idx="1"/>
          </p:cNvCxnSpPr>
          <p:nvPr/>
        </p:nvCxnSpPr>
        <p:spPr>
          <a:xfrm>
            <a:off x="3087989" y="4671052"/>
            <a:ext cx="1468151" cy="15459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85" name="표 8">
            <a:extLst>
              <a:ext uri="{FF2B5EF4-FFF2-40B4-BE49-F238E27FC236}">
                <a16:creationId xmlns:a16="http://schemas.microsoft.com/office/drawing/2014/main" id="{16B13D9D-7E34-4D69-82C4-7AB5445BDB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0829277"/>
              </p:ext>
            </p:extLst>
          </p:nvPr>
        </p:nvGraphicFramePr>
        <p:xfrm>
          <a:off x="2843826" y="5164723"/>
          <a:ext cx="488325" cy="14818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325">
                  <a:extLst>
                    <a:ext uri="{9D8B030D-6E8A-4147-A177-3AD203B41FA5}">
                      <a16:colId xmlns:a16="http://schemas.microsoft.com/office/drawing/2014/main" val="3112511452"/>
                    </a:ext>
                  </a:extLst>
                </a:gridCol>
              </a:tblGrid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8718679"/>
                  </a:ext>
                </a:extLst>
              </a:tr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189920"/>
                  </a:ext>
                </a:extLst>
              </a:tr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8615441"/>
                  </a:ext>
                </a:extLst>
              </a:tr>
            </a:tbl>
          </a:graphicData>
        </a:graphic>
      </p:graphicFrame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91849FC4-C54B-456C-879B-105F54977A93}"/>
              </a:ext>
            </a:extLst>
          </p:cNvPr>
          <p:cNvCxnSpPr>
            <a:cxnSpLocks/>
          </p:cNvCxnSpPr>
          <p:nvPr/>
        </p:nvCxnSpPr>
        <p:spPr>
          <a:xfrm flipV="1">
            <a:off x="3087988" y="3788941"/>
            <a:ext cx="1435348" cy="1667534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C9338C2F-3507-4B97-8F0F-90FCBC70033B}"/>
              </a:ext>
            </a:extLst>
          </p:cNvPr>
          <p:cNvCxnSpPr>
            <a:cxnSpLocks/>
          </p:cNvCxnSpPr>
          <p:nvPr/>
        </p:nvCxnSpPr>
        <p:spPr>
          <a:xfrm flipV="1">
            <a:off x="3087988" y="4271190"/>
            <a:ext cx="1435348" cy="1667534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C025D559-7EF9-4501-AB92-9FA4341B84B3}"/>
              </a:ext>
            </a:extLst>
          </p:cNvPr>
          <p:cNvCxnSpPr>
            <a:cxnSpLocks/>
          </p:cNvCxnSpPr>
          <p:nvPr/>
        </p:nvCxnSpPr>
        <p:spPr>
          <a:xfrm flipV="1">
            <a:off x="3087988" y="4752754"/>
            <a:ext cx="1435348" cy="1667534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6434A5AD-6D64-4DDD-9D3F-66468F511141}"/>
              </a:ext>
            </a:extLst>
          </p:cNvPr>
          <p:cNvSpPr/>
          <p:nvPr/>
        </p:nvSpPr>
        <p:spPr>
          <a:xfrm>
            <a:off x="4556140" y="283378"/>
            <a:ext cx="58599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002060"/>
                </a:solidFill>
              </a:rPr>
              <a:t>-10</a:t>
            </a:r>
            <a:endParaRPr lang="ko-KR" altLang="en-US" b="1" dirty="0">
              <a:solidFill>
                <a:srgbClr val="002060"/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8C37E87A-1BD9-4573-8EFD-2697BDE66023}"/>
              </a:ext>
            </a:extLst>
          </p:cNvPr>
          <p:cNvSpPr/>
          <p:nvPr/>
        </p:nvSpPr>
        <p:spPr>
          <a:xfrm>
            <a:off x="4556140" y="2827134"/>
            <a:ext cx="58599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002060"/>
                </a:solidFill>
              </a:rPr>
              <a:t>-10</a:t>
            </a:r>
            <a:endParaRPr lang="ko-KR" altLang="en-US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3541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5396D935-54C4-4EFA-86B7-6A318D63B126}"/>
              </a:ext>
            </a:extLst>
          </p:cNvPr>
          <p:cNvSpPr txBox="1"/>
          <p:nvPr/>
        </p:nvSpPr>
        <p:spPr>
          <a:xfrm>
            <a:off x="597748" y="404563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src</a:t>
            </a:r>
            <a:endParaRPr lang="ko-KR" altLang="en-US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314A4FD-0BDF-4C2D-AE38-99E882643881}"/>
              </a:ext>
            </a:extLst>
          </p:cNvPr>
          <p:cNvSpPr/>
          <p:nvPr/>
        </p:nvSpPr>
        <p:spPr>
          <a:xfrm>
            <a:off x="708809" y="791085"/>
            <a:ext cx="58599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2" name="표 8">
            <a:extLst>
              <a:ext uri="{FF2B5EF4-FFF2-40B4-BE49-F238E27FC236}">
                <a16:creationId xmlns:a16="http://schemas.microsoft.com/office/drawing/2014/main" id="{526FA1F4-B1DB-4EAF-8640-B3AEF10040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4604501"/>
              </p:ext>
            </p:extLst>
          </p:nvPr>
        </p:nvGraphicFramePr>
        <p:xfrm>
          <a:off x="2163797" y="791085"/>
          <a:ext cx="488325" cy="9879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325">
                  <a:extLst>
                    <a:ext uri="{9D8B030D-6E8A-4147-A177-3AD203B41FA5}">
                      <a16:colId xmlns:a16="http://schemas.microsoft.com/office/drawing/2014/main" val="3112511452"/>
                    </a:ext>
                  </a:extLst>
                </a:gridCol>
              </a:tblGrid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8718679"/>
                  </a:ext>
                </a:extLst>
              </a:tr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189920"/>
                  </a:ext>
                </a:extLst>
              </a:tr>
            </a:tbl>
          </a:graphicData>
        </a:graphic>
      </p:graphicFrame>
      <p:sp>
        <p:nvSpPr>
          <p:cNvPr id="33" name="직사각형 32">
            <a:extLst>
              <a:ext uri="{FF2B5EF4-FFF2-40B4-BE49-F238E27FC236}">
                <a16:creationId xmlns:a16="http://schemas.microsoft.com/office/drawing/2014/main" id="{18DCCF90-8D9D-4234-9C00-B193431AFDD0}"/>
              </a:ext>
            </a:extLst>
          </p:cNvPr>
          <p:cNvSpPr/>
          <p:nvPr/>
        </p:nvSpPr>
        <p:spPr>
          <a:xfrm>
            <a:off x="4839858" y="617088"/>
            <a:ext cx="58599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002060"/>
                </a:solidFill>
              </a:rPr>
              <a:t>1</a:t>
            </a:r>
            <a:endParaRPr lang="ko-KR" altLang="en-US" b="1" dirty="0">
              <a:solidFill>
                <a:srgbClr val="002060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EA53E02-52B7-4B79-8A5A-B4B62C3E13A4}"/>
              </a:ext>
            </a:extLst>
          </p:cNvPr>
          <p:cNvSpPr/>
          <p:nvPr/>
        </p:nvSpPr>
        <p:spPr>
          <a:xfrm>
            <a:off x="4839858" y="1170625"/>
            <a:ext cx="58599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002060"/>
                </a:solidFill>
              </a:rPr>
              <a:t>2</a:t>
            </a:r>
            <a:endParaRPr lang="ko-KR" altLang="en-US" b="1" dirty="0">
              <a:solidFill>
                <a:srgbClr val="002060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C1C5478-3448-4DE3-8989-1D58D7B3A3EA}"/>
              </a:ext>
            </a:extLst>
          </p:cNvPr>
          <p:cNvSpPr/>
          <p:nvPr/>
        </p:nvSpPr>
        <p:spPr>
          <a:xfrm>
            <a:off x="4839858" y="1722536"/>
            <a:ext cx="58599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002060"/>
                </a:solidFill>
              </a:rPr>
              <a:t>3</a:t>
            </a:r>
            <a:endParaRPr lang="ko-KR" altLang="en-US" b="1" dirty="0">
              <a:solidFill>
                <a:srgbClr val="002060"/>
              </a:solidFill>
            </a:endParaRPr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76612AC9-06C5-4496-A30F-F9D372C7D8C6}"/>
              </a:ext>
            </a:extLst>
          </p:cNvPr>
          <p:cNvCxnSpPr>
            <a:cxnSpLocks/>
          </p:cNvCxnSpPr>
          <p:nvPr/>
        </p:nvCxnSpPr>
        <p:spPr>
          <a:xfrm flipV="1">
            <a:off x="1026659" y="975751"/>
            <a:ext cx="1137138" cy="7072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4452F2F5-B1AD-4FC1-A807-023E27FE5594}"/>
              </a:ext>
            </a:extLst>
          </p:cNvPr>
          <p:cNvSpPr/>
          <p:nvPr/>
        </p:nvSpPr>
        <p:spPr>
          <a:xfrm>
            <a:off x="4839858" y="2274447"/>
            <a:ext cx="58599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002060"/>
                </a:solidFill>
              </a:rPr>
              <a:t>4</a:t>
            </a:r>
            <a:endParaRPr lang="ko-KR" altLang="en-US" b="1" dirty="0">
              <a:solidFill>
                <a:srgbClr val="002060"/>
              </a:solidFill>
            </a:endParaRP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B3BDE953-0573-42AA-9050-1E05135433C1}"/>
              </a:ext>
            </a:extLst>
          </p:cNvPr>
          <p:cNvCxnSpPr>
            <a:cxnSpLocks/>
            <a:endCxn id="33" idx="1"/>
          </p:cNvCxnSpPr>
          <p:nvPr/>
        </p:nvCxnSpPr>
        <p:spPr>
          <a:xfrm>
            <a:off x="3789260" y="800831"/>
            <a:ext cx="1050598" cy="923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2B5FD45B-52BD-40FE-A1D2-45F06E53D8F6}"/>
              </a:ext>
            </a:extLst>
          </p:cNvPr>
          <p:cNvCxnSpPr>
            <a:cxnSpLocks/>
            <a:endCxn id="34" idx="1"/>
          </p:cNvCxnSpPr>
          <p:nvPr/>
        </p:nvCxnSpPr>
        <p:spPr>
          <a:xfrm>
            <a:off x="3789260" y="1355291"/>
            <a:ext cx="1050598" cy="0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A64378F6-4548-46D1-9B84-7DFE4D880A28}"/>
              </a:ext>
            </a:extLst>
          </p:cNvPr>
          <p:cNvCxnSpPr>
            <a:cxnSpLocks/>
            <a:endCxn id="35" idx="1"/>
          </p:cNvCxnSpPr>
          <p:nvPr/>
        </p:nvCxnSpPr>
        <p:spPr>
          <a:xfrm>
            <a:off x="3789260" y="1907202"/>
            <a:ext cx="1050598" cy="0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8EC23A0C-DF1B-421F-98AD-477C5346009C}"/>
              </a:ext>
            </a:extLst>
          </p:cNvPr>
          <p:cNvCxnSpPr>
            <a:cxnSpLocks/>
            <a:endCxn id="36" idx="1"/>
          </p:cNvCxnSpPr>
          <p:nvPr/>
        </p:nvCxnSpPr>
        <p:spPr>
          <a:xfrm>
            <a:off x="3789260" y="2444693"/>
            <a:ext cx="1050598" cy="14420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38" name="표 8">
            <a:extLst>
              <a:ext uri="{FF2B5EF4-FFF2-40B4-BE49-F238E27FC236}">
                <a16:creationId xmlns:a16="http://schemas.microsoft.com/office/drawing/2014/main" id="{62C98AF9-25FE-411D-9CFA-C9363FB6F4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7581872"/>
              </p:ext>
            </p:extLst>
          </p:nvPr>
        </p:nvGraphicFramePr>
        <p:xfrm>
          <a:off x="3464245" y="598741"/>
          <a:ext cx="488325" cy="9879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325">
                  <a:extLst>
                    <a:ext uri="{9D8B030D-6E8A-4147-A177-3AD203B41FA5}">
                      <a16:colId xmlns:a16="http://schemas.microsoft.com/office/drawing/2014/main" val="3112511452"/>
                    </a:ext>
                  </a:extLst>
                </a:gridCol>
              </a:tblGrid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8718679"/>
                  </a:ext>
                </a:extLst>
              </a:tr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189920"/>
                  </a:ext>
                </a:extLst>
              </a:tr>
            </a:tbl>
          </a:graphicData>
        </a:graphic>
      </p:graphicFrame>
      <p:graphicFrame>
        <p:nvGraphicFramePr>
          <p:cNvPr id="41" name="표 8">
            <a:extLst>
              <a:ext uri="{FF2B5EF4-FFF2-40B4-BE49-F238E27FC236}">
                <a16:creationId xmlns:a16="http://schemas.microsoft.com/office/drawing/2014/main" id="{C975CF58-B558-4CBC-A371-44B5800895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59715"/>
              </p:ext>
            </p:extLst>
          </p:nvPr>
        </p:nvGraphicFramePr>
        <p:xfrm>
          <a:off x="3464244" y="1695782"/>
          <a:ext cx="488325" cy="9879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325">
                  <a:extLst>
                    <a:ext uri="{9D8B030D-6E8A-4147-A177-3AD203B41FA5}">
                      <a16:colId xmlns:a16="http://schemas.microsoft.com/office/drawing/2014/main" val="3112511452"/>
                    </a:ext>
                  </a:extLst>
                </a:gridCol>
              </a:tblGrid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8718679"/>
                  </a:ext>
                </a:extLst>
              </a:tr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189920"/>
                  </a:ext>
                </a:extLst>
              </a:tr>
            </a:tbl>
          </a:graphicData>
        </a:graphic>
      </p:graphicFrame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43EA7F69-8BEA-4D8C-B40A-7D88A110BF8C}"/>
              </a:ext>
            </a:extLst>
          </p:cNvPr>
          <p:cNvCxnSpPr>
            <a:cxnSpLocks/>
          </p:cNvCxnSpPr>
          <p:nvPr/>
        </p:nvCxnSpPr>
        <p:spPr>
          <a:xfrm flipV="1">
            <a:off x="2431941" y="773895"/>
            <a:ext cx="1032303" cy="208929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786F91EF-B095-42EC-BDC8-5E89C7ACA9B3}"/>
              </a:ext>
            </a:extLst>
          </p:cNvPr>
          <p:cNvCxnSpPr>
            <a:cxnSpLocks/>
          </p:cNvCxnSpPr>
          <p:nvPr/>
        </p:nvCxnSpPr>
        <p:spPr>
          <a:xfrm>
            <a:off x="2431941" y="1537283"/>
            <a:ext cx="1032303" cy="369919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F76DEC1D-C489-4E8A-8DB3-E7C1AB58A160}"/>
              </a:ext>
            </a:extLst>
          </p:cNvPr>
          <p:cNvSpPr txBox="1"/>
          <p:nvPr/>
        </p:nvSpPr>
        <p:spPr>
          <a:xfrm>
            <a:off x="6383100" y="403706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src</a:t>
            </a:r>
            <a:endParaRPr lang="ko-KR" altLang="en-US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E4CD8D5D-5AE5-43DA-A489-4524ED11CC26}"/>
              </a:ext>
            </a:extLst>
          </p:cNvPr>
          <p:cNvSpPr/>
          <p:nvPr/>
        </p:nvSpPr>
        <p:spPr>
          <a:xfrm>
            <a:off x="6494161" y="790228"/>
            <a:ext cx="58599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91" name="표 8">
            <a:extLst>
              <a:ext uri="{FF2B5EF4-FFF2-40B4-BE49-F238E27FC236}">
                <a16:creationId xmlns:a16="http://schemas.microsoft.com/office/drawing/2014/main" id="{D950299B-6C11-4168-82BF-8DCB1CEF5C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48044"/>
              </p:ext>
            </p:extLst>
          </p:nvPr>
        </p:nvGraphicFramePr>
        <p:xfrm>
          <a:off x="7949149" y="790228"/>
          <a:ext cx="488325" cy="9879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325">
                  <a:extLst>
                    <a:ext uri="{9D8B030D-6E8A-4147-A177-3AD203B41FA5}">
                      <a16:colId xmlns:a16="http://schemas.microsoft.com/office/drawing/2014/main" val="3112511452"/>
                    </a:ext>
                  </a:extLst>
                </a:gridCol>
              </a:tblGrid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8718679"/>
                  </a:ext>
                </a:extLst>
              </a:tr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189920"/>
                  </a:ext>
                </a:extLst>
              </a:tr>
            </a:tbl>
          </a:graphicData>
        </a:graphic>
      </p:graphicFrame>
      <p:sp>
        <p:nvSpPr>
          <p:cNvPr id="92" name="직사각형 91">
            <a:extLst>
              <a:ext uri="{FF2B5EF4-FFF2-40B4-BE49-F238E27FC236}">
                <a16:creationId xmlns:a16="http://schemas.microsoft.com/office/drawing/2014/main" id="{62D77DB4-4B10-4FFE-83EF-8259C8FF0F56}"/>
              </a:ext>
            </a:extLst>
          </p:cNvPr>
          <p:cNvSpPr/>
          <p:nvPr/>
        </p:nvSpPr>
        <p:spPr>
          <a:xfrm>
            <a:off x="10625210" y="616231"/>
            <a:ext cx="58599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002060"/>
                </a:solidFill>
              </a:rPr>
              <a:t>1</a:t>
            </a:r>
            <a:endParaRPr lang="ko-KR" altLang="en-US" b="1" dirty="0">
              <a:solidFill>
                <a:srgbClr val="002060"/>
              </a:solidFill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7A44F97B-EF0F-4C40-80BB-91B3CEE24A0D}"/>
              </a:ext>
            </a:extLst>
          </p:cNvPr>
          <p:cNvSpPr/>
          <p:nvPr/>
        </p:nvSpPr>
        <p:spPr>
          <a:xfrm>
            <a:off x="10625210" y="1169768"/>
            <a:ext cx="58599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002060"/>
                </a:solidFill>
              </a:rPr>
              <a:t>2</a:t>
            </a:r>
            <a:endParaRPr lang="ko-KR" altLang="en-US" b="1" dirty="0">
              <a:solidFill>
                <a:srgbClr val="002060"/>
              </a:solidFill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B1838332-50CE-47BB-8FB9-FC2CCB43CFE1}"/>
              </a:ext>
            </a:extLst>
          </p:cNvPr>
          <p:cNvSpPr/>
          <p:nvPr/>
        </p:nvSpPr>
        <p:spPr>
          <a:xfrm>
            <a:off x="10625210" y="1721679"/>
            <a:ext cx="58599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002060"/>
                </a:solidFill>
              </a:rPr>
              <a:t>3</a:t>
            </a:r>
            <a:endParaRPr lang="ko-KR" altLang="en-US" b="1" dirty="0">
              <a:solidFill>
                <a:srgbClr val="002060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2A1BFAD-2D17-4DA5-9AE6-9D8C333D978D}"/>
              </a:ext>
            </a:extLst>
          </p:cNvPr>
          <p:cNvSpPr txBox="1"/>
          <p:nvPr/>
        </p:nvSpPr>
        <p:spPr>
          <a:xfrm>
            <a:off x="6383100" y="1857692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dst</a:t>
            </a:r>
            <a:endParaRPr lang="ko-KR" altLang="en-US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9FE16C2A-B16D-4A70-B17A-4241902A6AED}"/>
              </a:ext>
            </a:extLst>
          </p:cNvPr>
          <p:cNvSpPr/>
          <p:nvPr/>
        </p:nvSpPr>
        <p:spPr>
          <a:xfrm>
            <a:off x="6494161" y="2244214"/>
            <a:ext cx="58599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3FA6F52A-8921-4B0A-A3D0-33B9C3AF1B95}"/>
              </a:ext>
            </a:extLst>
          </p:cNvPr>
          <p:cNvCxnSpPr>
            <a:cxnSpLocks/>
          </p:cNvCxnSpPr>
          <p:nvPr/>
        </p:nvCxnSpPr>
        <p:spPr>
          <a:xfrm flipV="1">
            <a:off x="6812011" y="974894"/>
            <a:ext cx="1137138" cy="7072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77FF6139-6AE2-4879-BE1B-E3128B07303B}"/>
              </a:ext>
            </a:extLst>
          </p:cNvPr>
          <p:cNvCxnSpPr>
            <a:cxnSpLocks/>
          </p:cNvCxnSpPr>
          <p:nvPr/>
        </p:nvCxnSpPr>
        <p:spPr>
          <a:xfrm flipV="1">
            <a:off x="6812011" y="1087746"/>
            <a:ext cx="1080266" cy="1341135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44281108-DD11-47AE-A23F-8D49E2960DCA}"/>
              </a:ext>
            </a:extLst>
          </p:cNvPr>
          <p:cNvSpPr/>
          <p:nvPr/>
        </p:nvSpPr>
        <p:spPr>
          <a:xfrm>
            <a:off x="10625210" y="2273590"/>
            <a:ext cx="58599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002060"/>
                </a:solidFill>
              </a:rPr>
              <a:t>4</a:t>
            </a:r>
            <a:endParaRPr lang="ko-KR" altLang="en-US" b="1" dirty="0">
              <a:solidFill>
                <a:srgbClr val="002060"/>
              </a:solidFill>
            </a:endParaRPr>
          </a:p>
        </p:txBody>
      </p: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4A0337F3-56B5-4C78-A918-854173C1DEB4}"/>
              </a:ext>
            </a:extLst>
          </p:cNvPr>
          <p:cNvCxnSpPr>
            <a:cxnSpLocks/>
            <a:endCxn id="92" idx="1"/>
          </p:cNvCxnSpPr>
          <p:nvPr/>
        </p:nvCxnSpPr>
        <p:spPr>
          <a:xfrm>
            <a:off x="9574612" y="799974"/>
            <a:ext cx="1050598" cy="923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0DC6E4DB-E34F-4C7D-8CA9-7843A3691D78}"/>
              </a:ext>
            </a:extLst>
          </p:cNvPr>
          <p:cNvCxnSpPr>
            <a:cxnSpLocks/>
            <a:endCxn id="93" idx="1"/>
          </p:cNvCxnSpPr>
          <p:nvPr/>
        </p:nvCxnSpPr>
        <p:spPr>
          <a:xfrm>
            <a:off x="9574612" y="1354434"/>
            <a:ext cx="1050598" cy="0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F396C905-0143-4F7B-AA53-E983E21E5D67}"/>
              </a:ext>
            </a:extLst>
          </p:cNvPr>
          <p:cNvCxnSpPr>
            <a:cxnSpLocks/>
            <a:endCxn id="94" idx="1"/>
          </p:cNvCxnSpPr>
          <p:nvPr/>
        </p:nvCxnSpPr>
        <p:spPr>
          <a:xfrm>
            <a:off x="9574612" y="1906345"/>
            <a:ext cx="1050598" cy="0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EAC96BE0-1178-4614-8028-4B1C408DCAEA}"/>
              </a:ext>
            </a:extLst>
          </p:cNvPr>
          <p:cNvCxnSpPr>
            <a:cxnSpLocks/>
            <a:endCxn id="99" idx="1"/>
          </p:cNvCxnSpPr>
          <p:nvPr/>
        </p:nvCxnSpPr>
        <p:spPr>
          <a:xfrm>
            <a:off x="9574612" y="2443836"/>
            <a:ext cx="1050598" cy="14420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04" name="표 8">
            <a:extLst>
              <a:ext uri="{FF2B5EF4-FFF2-40B4-BE49-F238E27FC236}">
                <a16:creationId xmlns:a16="http://schemas.microsoft.com/office/drawing/2014/main" id="{9366B970-DA96-4E01-80C7-C752906CBE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9516897"/>
              </p:ext>
            </p:extLst>
          </p:nvPr>
        </p:nvGraphicFramePr>
        <p:xfrm>
          <a:off x="9249597" y="597884"/>
          <a:ext cx="488325" cy="9879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325">
                  <a:extLst>
                    <a:ext uri="{9D8B030D-6E8A-4147-A177-3AD203B41FA5}">
                      <a16:colId xmlns:a16="http://schemas.microsoft.com/office/drawing/2014/main" val="3112511452"/>
                    </a:ext>
                  </a:extLst>
                </a:gridCol>
              </a:tblGrid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8718679"/>
                  </a:ext>
                </a:extLst>
              </a:tr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189920"/>
                  </a:ext>
                </a:extLst>
              </a:tr>
            </a:tbl>
          </a:graphicData>
        </a:graphic>
      </p:graphicFrame>
      <p:graphicFrame>
        <p:nvGraphicFramePr>
          <p:cNvPr id="105" name="표 8">
            <a:extLst>
              <a:ext uri="{FF2B5EF4-FFF2-40B4-BE49-F238E27FC236}">
                <a16:creationId xmlns:a16="http://schemas.microsoft.com/office/drawing/2014/main" id="{80D6F452-99B1-46C5-8AD8-F896448AB3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2858659"/>
              </p:ext>
            </p:extLst>
          </p:nvPr>
        </p:nvGraphicFramePr>
        <p:xfrm>
          <a:off x="9249596" y="1694925"/>
          <a:ext cx="488325" cy="9879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325">
                  <a:extLst>
                    <a:ext uri="{9D8B030D-6E8A-4147-A177-3AD203B41FA5}">
                      <a16:colId xmlns:a16="http://schemas.microsoft.com/office/drawing/2014/main" val="3112511452"/>
                    </a:ext>
                  </a:extLst>
                </a:gridCol>
              </a:tblGrid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8718679"/>
                  </a:ext>
                </a:extLst>
              </a:tr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189920"/>
                  </a:ext>
                </a:extLst>
              </a:tr>
            </a:tbl>
          </a:graphicData>
        </a:graphic>
      </p:graphicFrame>
      <p:cxnSp>
        <p:nvCxnSpPr>
          <p:cNvPr id="106" name="직선 화살표 연결선 105">
            <a:extLst>
              <a:ext uri="{FF2B5EF4-FFF2-40B4-BE49-F238E27FC236}">
                <a16:creationId xmlns:a16="http://schemas.microsoft.com/office/drawing/2014/main" id="{2C7482D8-3BB7-41B8-871E-9E7A2F570DFE}"/>
              </a:ext>
            </a:extLst>
          </p:cNvPr>
          <p:cNvCxnSpPr>
            <a:cxnSpLocks/>
          </p:cNvCxnSpPr>
          <p:nvPr/>
        </p:nvCxnSpPr>
        <p:spPr>
          <a:xfrm flipV="1">
            <a:off x="8217293" y="773038"/>
            <a:ext cx="1032303" cy="208929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1253D5AF-815C-4964-95C1-8DDBA37206FF}"/>
              </a:ext>
            </a:extLst>
          </p:cNvPr>
          <p:cNvCxnSpPr>
            <a:cxnSpLocks/>
          </p:cNvCxnSpPr>
          <p:nvPr/>
        </p:nvCxnSpPr>
        <p:spPr>
          <a:xfrm>
            <a:off x="8217293" y="1536426"/>
            <a:ext cx="1032303" cy="369919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7DBD05EB-4803-4F02-AFDB-A037FF262973}"/>
              </a:ext>
            </a:extLst>
          </p:cNvPr>
          <p:cNvSpPr txBox="1"/>
          <p:nvPr/>
        </p:nvSpPr>
        <p:spPr>
          <a:xfrm>
            <a:off x="597748" y="3041597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src</a:t>
            </a:r>
            <a:endParaRPr lang="ko-KR" altLang="en-US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8AAE41AA-499C-44F5-9F21-EC595EB67413}"/>
              </a:ext>
            </a:extLst>
          </p:cNvPr>
          <p:cNvSpPr/>
          <p:nvPr/>
        </p:nvSpPr>
        <p:spPr>
          <a:xfrm>
            <a:off x="708809" y="3428119"/>
            <a:ext cx="58599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10" name="표 8">
            <a:extLst>
              <a:ext uri="{FF2B5EF4-FFF2-40B4-BE49-F238E27FC236}">
                <a16:creationId xmlns:a16="http://schemas.microsoft.com/office/drawing/2014/main" id="{0FF9B0FC-5FCB-4CD4-8185-0DF93BE24F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8033288"/>
              </p:ext>
            </p:extLst>
          </p:nvPr>
        </p:nvGraphicFramePr>
        <p:xfrm>
          <a:off x="2163797" y="3428119"/>
          <a:ext cx="488325" cy="9879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325">
                  <a:extLst>
                    <a:ext uri="{9D8B030D-6E8A-4147-A177-3AD203B41FA5}">
                      <a16:colId xmlns:a16="http://schemas.microsoft.com/office/drawing/2014/main" val="3112511452"/>
                    </a:ext>
                  </a:extLst>
                </a:gridCol>
              </a:tblGrid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8718679"/>
                  </a:ext>
                </a:extLst>
              </a:tr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189920"/>
                  </a:ext>
                </a:extLst>
              </a:tr>
            </a:tbl>
          </a:graphicData>
        </a:graphic>
      </p:graphicFrame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C266EB10-B3D5-4C1B-AB4E-30CAC62FBAF2}"/>
              </a:ext>
            </a:extLst>
          </p:cNvPr>
          <p:cNvSpPr/>
          <p:nvPr/>
        </p:nvSpPr>
        <p:spPr>
          <a:xfrm>
            <a:off x="4839858" y="3254122"/>
            <a:ext cx="58599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002060"/>
                </a:solidFill>
              </a:rPr>
              <a:t>1</a:t>
            </a:r>
            <a:endParaRPr lang="ko-KR" altLang="en-US" b="1" dirty="0">
              <a:solidFill>
                <a:srgbClr val="002060"/>
              </a:solidFill>
            </a:endParaRPr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E446E9E1-EB91-4A53-9F55-A5F457704B6B}"/>
              </a:ext>
            </a:extLst>
          </p:cNvPr>
          <p:cNvSpPr/>
          <p:nvPr/>
        </p:nvSpPr>
        <p:spPr>
          <a:xfrm>
            <a:off x="4839858" y="3807659"/>
            <a:ext cx="58599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002060"/>
                </a:solidFill>
              </a:rPr>
              <a:t>2</a:t>
            </a:r>
            <a:endParaRPr lang="ko-KR" altLang="en-US" b="1" dirty="0">
              <a:solidFill>
                <a:srgbClr val="002060"/>
              </a:solidFill>
            </a:endParaRP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F1D64D04-BA7F-463B-AEC1-C166B7D776FD}"/>
              </a:ext>
            </a:extLst>
          </p:cNvPr>
          <p:cNvSpPr/>
          <p:nvPr/>
        </p:nvSpPr>
        <p:spPr>
          <a:xfrm>
            <a:off x="4839858" y="4359570"/>
            <a:ext cx="58599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002060"/>
                </a:solidFill>
              </a:rPr>
              <a:t>3</a:t>
            </a:r>
            <a:endParaRPr lang="ko-KR" altLang="en-US" b="1" dirty="0">
              <a:solidFill>
                <a:srgbClr val="002060"/>
              </a:solidFill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7DDF04E9-0638-4B2E-867C-27949AD4B191}"/>
              </a:ext>
            </a:extLst>
          </p:cNvPr>
          <p:cNvSpPr txBox="1"/>
          <p:nvPr/>
        </p:nvSpPr>
        <p:spPr>
          <a:xfrm>
            <a:off x="597748" y="4495583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dst</a:t>
            </a:r>
            <a:endParaRPr lang="ko-KR" altLang="en-US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E2CDE75E-BEC4-4486-A6CF-466E41C3638B}"/>
              </a:ext>
            </a:extLst>
          </p:cNvPr>
          <p:cNvSpPr/>
          <p:nvPr/>
        </p:nvSpPr>
        <p:spPr>
          <a:xfrm>
            <a:off x="708809" y="4882105"/>
            <a:ext cx="58599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6" name="직선 화살표 연결선 115">
            <a:extLst>
              <a:ext uri="{FF2B5EF4-FFF2-40B4-BE49-F238E27FC236}">
                <a16:creationId xmlns:a16="http://schemas.microsoft.com/office/drawing/2014/main" id="{08BE8D04-F37A-4AE6-825B-7E6A6D9D8891}"/>
              </a:ext>
            </a:extLst>
          </p:cNvPr>
          <p:cNvCxnSpPr>
            <a:cxnSpLocks/>
          </p:cNvCxnSpPr>
          <p:nvPr/>
        </p:nvCxnSpPr>
        <p:spPr>
          <a:xfrm flipV="1">
            <a:off x="1026659" y="3612785"/>
            <a:ext cx="1137138" cy="7072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7" name="직선 화살표 연결선 116">
            <a:extLst>
              <a:ext uri="{FF2B5EF4-FFF2-40B4-BE49-F238E27FC236}">
                <a16:creationId xmlns:a16="http://schemas.microsoft.com/office/drawing/2014/main" id="{F8832845-3751-4D1B-A72D-161C76779AEF}"/>
              </a:ext>
            </a:extLst>
          </p:cNvPr>
          <p:cNvCxnSpPr>
            <a:cxnSpLocks/>
          </p:cNvCxnSpPr>
          <p:nvPr/>
        </p:nvCxnSpPr>
        <p:spPr>
          <a:xfrm flipV="1">
            <a:off x="1026659" y="5065914"/>
            <a:ext cx="1114672" cy="859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18BC6A85-3E68-4D5E-9CCE-2CD60AA0E1BA}"/>
              </a:ext>
            </a:extLst>
          </p:cNvPr>
          <p:cNvSpPr/>
          <p:nvPr/>
        </p:nvSpPr>
        <p:spPr>
          <a:xfrm>
            <a:off x="4839858" y="4911481"/>
            <a:ext cx="58599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002060"/>
                </a:solidFill>
              </a:rPr>
              <a:t>4</a:t>
            </a:r>
            <a:endParaRPr lang="ko-KR" altLang="en-US" b="1" dirty="0">
              <a:solidFill>
                <a:srgbClr val="002060"/>
              </a:solidFill>
            </a:endParaRPr>
          </a:p>
        </p:txBody>
      </p:sp>
      <p:cxnSp>
        <p:nvCxnSpPr>
          <p:cNvPr id="119" name="직선 화살표 연결선 118">
            <a:extLst>
              <a:ext uri="{FF2B5EF4-FFF2-40B4-BE49-F238E27FC236}">
                <a16:creationId xmlns:a16="http://schemas.microsoft.com/office/drawing/2014/main" id="{DD6408BA-CDA5-4409-9229-C779F58D260F}"/>
              </a:ext>
            </a:extLst>
          </p:cNvPr>
          <p:cNvCxnSpPr>
            <a:cxnSpLocks/>
            <a:endCxn id="111" idx="1"/>
          </p:cNvCxnSpPr>
          <p:nvPr/>
        </p:nvCxnSpPr>
        <p:spPr>
          <a:xfrm>
            <a:off x="3789260" y="3437865"/>
            <a:ext cx="1050598" cy="923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0" name="직선 화살표 연결선 119">
            <a:extLst>
              <a:ext uri="{FF2B5EF4-FFF2-40B4-BE49-F238E27FC236}">
                <a16:creationId xmlns:a16="http://schemas.microsoft.com/office/drawing/2014/main" id="{8F7DEC6A-6F28-4D1F-B1CE-9C328732D2E3}"/>
              </a:ext>
            </a:extLst>
          </p:cNvPr>
          <p:cNvCxnSpPr>
            <a:cxnSpLocks/>
            <a:endCxn id="112" idx="1"/>
          </p:cNvCxnSpPr>
          <p:nvPr/>
        </p:nvCxnSpPr>
        <p:spPr>
          <a:xfrm>
            <a:off x="3789260" y="3992325"/>
            <a:ext cx="1050598" cy="0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1" name="직선 화살표 연결선 120">
            <a:extLst>
              <a:ext uri="{FF2B5EF4-FFF2-40B4-BE49-F238E27FC236}">
                <a16:creationId xmlns:a16="http://schemas.microsoft.com/office/drawing/2014/main" id="{A985B6B2-878C-4ADC-A691-A20C3ED2355B}"/>
              </a:ext>
            </a:extLst>
          </p:cNvPr>
          <p:cNvCxnSpPr>
            <a:cxnSpLocks/>
            <a:endCxn id="113" idx="1"/>
          </p:cNvCxnSpPr>
          <p:nvPr/>
        </p:nvCxnSpPr>
        <p:spPr>
          <a:xfrm>
            <a:off x="3789260" y="4544236"/>
            <a:ext cx="1050598" cy="0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2" name="직선 화살표 연결선 121">
            <a:extLst>
              <a:ext uri="{FF2B5EF4-FFF2-40B4-BE49-F238E27FC236}">
                <a16:creationId xmlns:a16="http://schemas.microsoft.com/office/drawing/2014/main" id="{8F90F0BA-DE08-40A8-92B2-37097E77386D}"/>
              </a:ext>
            </a:extLst>
          </p:cNvPr>
          <p:cNvCxnSpPr>
            <a:cxnSpLocks/>
            <a:endCxn id="118" idx="1"/>
          </p:cNvCxnSpPr>
          <p:nvPr/>
        </p:nvCxnSpPr>
        <p:spPr>
          <a:xfrm>
            <a:off x="3789260" y="5081727"/>
            <a:ext cx="1050598" cy="14420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23" name="표 8">
            <a:extLst>
              <a:ext uri="{FF2B5EF4-FFF2-40B4-BE49-F238E27FC236}">
                <a16:creationId xmlns:a16="http://schemas.microsoft.com/office/drawing/2014/main" id="{08239B9F-5710-4941-8EB6-DCCE3C22FF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2975858"/>
              </p:ext>
            </p:extLst>
          </p:nvPr>
        </p:nvGraphicFramePr>
        <p:xfrm>
          <a:off x="3464245" y="3235775"/>
          <a:ext cx="488325" cy="9879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325">
                  <a:extLst>
                    <a:ext uri="{9D8B030D-6E8A-4147-A177-3AD203B41FA5}">
                      <a16:colId xmlns:a16="http://schemas.microsoft.com/office/drawing/2014/main" val="3112511452"/>
                    </a:ext>
                  </a:extLst>
                </a:gridCol>
              </a:tblGrid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8718679"/>
                  </a:ext>
                </a:extLst>
              </a:tr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189920"/>
                  </a:ext>
                </a:extLst>
              </a:tr>
            </a:tbl>
          </a:graphicData>
        </a:graphic>
      </p:graphicFrame>
      <p:graphicFrame>
        <p:nvGraphicFramePr>
          <p:cNvPr id="124" name="표 8">
            <a:extLst>
              <a:ext uri="{FF2B5EF4-FFF2-40B4-BE49-F238E27FC236}">
                <a16:creationId xmlns:a16="http://schemas.microsoft.com/office/drawing/2014/main" id="{382C25BB-D37D-495A-8044-D3AA401AB9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1200426"/>
              </p:ext>
            </p:extLst>
          </p:nvPr>
        </p:nvGraphicFramePr>
        <p:xfrm>
          <a:off x="3464244" y="4332816"/>
          <a:ext cx="488325" cy="9879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325">
                  <a:extLst>
                    <a:ext uri="{9D8B030D-6E8A-4147-A177-3AD203B41FA5}">
                      <a16:colId xmlns:a16="http://schemas.microsoft.com/office/drawing/2014/main" val="3112511452"/>
                    </a:ext>
                  </a:extLst>
                </a:gridCol>
              </a:tblGrid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8718679"/>
                  </a:ext>
                </a:extLst>
              </a:tr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189920"/>
                  </a:ext>
                </a:extLst>
              </a:tr>
            </a:tbl>
          </a:graphicData>
        </a:graphic>
      </p:graphicFrame>
      <p:cxnSp>
        <p:nvCxnSpPr>
          <p:cNvPr id="125" name="직선 화살표 연결선 124">
            <a:extLst>
              <a:ext uri="{FF2B5EF4-FFF2-40B4-BE49-F238E27FC236}">
                <a16:creationId xmlns:a16="http://schemas.microsoft.com/office/drawing/2014/main" id="{3FDF1478-A8ED-44B6-9091-FF97C94FC3F7}"/>
              </a:ext>
            </a:extLst>
          </p:cNvPr>
          <p:cNvCxnSpPr>
            <a:cxnSpLocks/>
          </p:cNvCxnSpPr>
          <p:nvPr/>
        </p:nvCxnSpPr>
        <p:spPr>
          <a:xfrm flipV="1">
            <a:off x="2431941" y="3410929"/>
            <a:ext cx="1032303" cy="208929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id="{E92C469F-ACEE-4B99-AE63-0C113FA14DF0}"/>
              </a:ext>
            </a:extLst>
          </p:cNvPr>
          <p:cNvCxnSpPr>
            <a:cxnSpLocks/>
          </p:cNvCxnSpPr>
          <p:nvPr/>
        </p:nvCxnSpPr>
        <p:spPr>
          <a:xfrm>
            <a:off x="2431941" y="4174317"/>
            <a:ext cx="1032303" cy="369919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46" name="표 8">
            <a:extLst>
              <a:ext uri="{FF2B5EF4-FFF2-40B4-BE49-F238E27FC236}">
                <a16:creationId xmlns:a16="http://schemas.microsoft.com/office/drawing/2014/main" id="{E87A9899-0FBA-4099-94E3-F3BC85FEAB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4998512"/>
              </p:ext>
            </p:extLst>
          </p:nvPr>
        </p:nvGraphicFramePr>
        <p:xfrm>
          <a:off x="2164499" y="4881248"/>
          <a:ext cx="477854" cy="9879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7854">
                  <a:extLst>
                    <a:ext uri="{9D8B030D-6E8A-4147-A177-3AD203B41FA5}">
                      <a16:colId xmlns:a16="http://schemas.microsoft.com/office/drawing/2014/main" val="3112511452"/>
                    </a:ext>
                  </a:extLst>
                </a:gridCol>
              </a:tblGrid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8718679"/>
                  </a:ext>
                </a:extLst>
              </a:tr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189920"/>
                  </a:ext>
                </a:extLst>
              </a:tr>
            </a:tbl>
          </a:graphicData>
        </a:graphic>
      </p:graphicFrame>
      <p:cxnSp>
        <p:nvCxnSpPr>
          <p:cNvPr id="147" name="직선 화살표 연결선 146">
            <a:extLst>
              <a:ext uri="{FF2B5EF4-FFF2-40B4-BE49-F238E27FC236}">
                <a16:creationId xmlns:a16="http://schemas.microsoft.com/office/drawing/2014/main" id="{58D76504-34B5-4253-A2F3-FA891B2CF0B3}"/>
              </a:ext>
            </a:extLst>
          </p:cNvPr>
          <p:cNvCxnSpPr>
            <a:cxnSpLocks/>
          </p:cNvCxnSpPr>
          <p:nvPr/>
        </p:nvCxnSpPr>
        <p:spPr>
          <a:xfrm flipV="1">
            <a:off x="2455267" y="3556334"/>
            <a:ext cx="1008977" cy="1520614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8" name="직선 화살표 연결선 147">
            <a:extLst>
              <a:ext uri="{FF2B5EF4-FFF2-40B4-BE49-F238E27FC236}">
                <a16:creationId xmlns:a16="http://schemas.microsoft.com/office/drawing/2014/main" id="{765EDF06-4DA1-41B3-B560-BA1C487EA365}"/>
              </a:ext>
            </a:extLst>
          </p:cNvPr>
          <p:cNvCxnSpPr>
            <a:cxnSpLocks/>
          </p:cNvCxnSpPr>
          <p:nvPr/>
        </p:nvCxnSpPr>
        <p:spPr>
          <a:xfrm flipV="1">
            <a:off x="2455267" y="4653375"/>
            <a:ext cx="910233" cy="978031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9" name="TextBox 148">
            <a:extLst>
              <a:ext uri="{FF2B5EF4-FFF2-40B4-BE49-F238E27FC236}">
                <a16:creationId xmlns:a16="http://schemas.microsoft.com/office/drawing/2014/main" id="{2A380ABB-403B-4F20-BDED-8A2E3CC3F961}"/>
              </a:ext>
            </a:extLst>
          </p:cNvPr>
          <p:cNvSpPr txBox="1"/>
          <p:nvPr/>
        </p:nvSpPr>
        <p:spPr>
          <a:xfrm>
            <a:off x="6383100" y="3227398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src</a:t>
            </a:r>
            <a:endParaRPr lang="ko-KR" altLang="en-US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DBA562BD-32A3-4188-A0F7-9D3049830E3F}"/>
              </a:ext>
            </a:extLst>
          </p:cNvPr>
          <p:cNvSpPr/>
          <p:nvPr/>
        </p:nvSpPr>
        <p:spPr>
          <a:xfrm>
            <a:off x="6494161" y="3613920"/>
            <a:ext cx="58599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51" name="표 8">
            <a:extLst>
              <a:ext uri="{FF2B5EF4-FFF2-40B4-BE49-F238E27FC236}">
                <a16:creationId xmlns:a16="http://schemas.microsoft.com/office/drawing/2014/main" id="{65A3380B-BE5B-4178-A33B-ADBD0A1567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1232927"/>
              </p:ext>
            </p:extLst>
          </p:nvPr>
        </p:nvGraphicFramePr>
        <p:xfrm>
          <a:off x="7949149" y="3613920"/>
          <a:ext cx="488325" cy="9879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325">
                  <a:extLst>
                    <a:ext uri="{9D8B030D-6E8A-4147-A177-3AD203B41FA5}">
                      <a16:colId xmlns:a16="http://schemas.microsoft.com/office/drawing/2014/main" val="3112511452"/>
                    </a:ext>
                  </a:extLst>
                </a:gridCol>
              </a:tblGrid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8718679"/>
                  </a:ext>
                </a:extLst>
              </a:tr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189920"/>
                  </a:ext>
                </a:extLst>
              </a:tr>
            </a:tbl>
          </a:graphicData>
        </a:graphic>
      </p:graphicFrame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137E3985-9772-4650-82BA-064F09D61D7A}"/>
              </a:ext>
            </a:extLst>
          </p:cNvPr>
          <p:cNvSpPr/>
          <p:nvPr/>
        </p:nvSpPr>
        <p:spPr>
          <a:xfrm>
            <a:off x="10625210" y="3439923"/>
            <a:ext cx="58599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002060"/>
                </a:solidFill>
              </a:rPr>
              <a:t>1</a:t>
            </a:r>
            <a:endParaRPr lang="ko-KR" altLang="en-US" b="1" dirty="0">
              <a:solidFill>
                <a:srgbClr val="002060"/>
              </a:solidFill>
            </a:endParaRPr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6E8EB3A6-7CCB-43C7-B91A-CCA5668632C9}"/>
              </a:ext>
            </a:extLst>
          </p:cNvPr>
          <p:cNvSpPr/>
          <p:nvPr/>
        </p:nvSpPr>
        <p:spPr>
          <a:xfrm>
            <a:off x="10625210" y="3993460"/>
            <a:ext cx="58599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002060"/>
                </a:solidFill>
              </a:rPr>
              <a:t>2</a:t>
            </a:r>
            <a:endParaRPr lang="ko-KR" altLang="en-US" b="1" dirty="0">
              <a:solidFill>
                <a:srgbClr val="002060"/>
              </a:solidFill>
            </a:endParaRPr>
          </a:p>
        </p:txBody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93C60E95-828F-4594-BB2A-9AC524990A36}"/>
              </a:ext>
            </a:extLst>
          </p:cNvPr>
          <p:cNvSpPr/>
          <p:nvPr/>
        </p:nvSpPr>
        <p:spPr>
          <a:xfrm>
            <a:off x="10625210" y="4545371"/>
            <a:ext cx="58599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002060"/>
                </a:solidFill>
              </a:rPr>
              <a:t>3</a:t>
            </a:r>
            <a:endParaRPr lang="ko-KR" altLang="en-US" b="1" dirty="0">
              <a:solidFill>
                <a:srgbClr val="002060"/>
              </a:solidFill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03ED30F6-1C2D-4843-A0D2-60EB0840C401}"/>
              </a:ext>
            </a:extLst>
          </p:cNvPr>
          <p:cNvSpPr txBox="1"/>
          <p:nvPr/>
        </p:nvSpPr>
        <p:spPr>
          <a:xfrm>
            <a:off x="6383100" y="4681384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dst</a:t>
            </a:r>
            <a:endParaRPr lang="ko-KR" altLang="en-US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435E24BA-8643-4FC4-8D45-16706038C900}"/>
              </a:ext>
            </a:extLst>
          </p:cNvPr>
          <p:cNvSpPr/>
          <p:nvPr/>
        </p:nvSpPr>
        <p:spPr>
          <a:xfrm>
            <a:off x="6494161" y="5067906"/>
            <a:ext cx="58599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7" name="직선 화살표 연결선 156">
            <a:extLst>
              <a:ext uri="{FF2B5EF4-FFF2-40B4-BE49-F238E27FC236}">
                <a16:creationId xmlns:a16="http://schemas.microsoft.com/office/drawing/2014/main" id="{F6EFDF3A-7C4D-4A6D-A67E-CFD47DFF75FF}"/>
              </a:ext>
            </a:extLst>
          </p:cNvPr>
          <p:cNvCxnSpPr>
            <a:cxnSpLocks/>
          </p:cNvCxnSpPr>
          <p:nvPr/>
        </p:nvCxnSpPr>
        <p:spPr>
          <a:xfrm flipV="1">
            <a:off x="6812011" y="3798586"/>
            <a:ext cx="1137138" cy="7072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8" name="직선 화살표 연결선 157">
            <a:extLst>
              <a:ext uri="{FF2B5EF4-FFF2-40B4-BE49-F238E27FC236}">
                <a16:creationId xmlns:a16="http://schemas.microsoft.com/office/drawing/2014/main" id="{C6A82311-13F8-4564-BEC0-3D3AE24FF894}"/>
              </a:ext>
            </a:extLst>
          </p:cNvPr>
          <p:cNvCxnSpPr>
            <a:cxnSpLocks/>
          </p:cNvCxnSpPr>
          <p:nvPr/>
        </p:nvCxnSpPr>
        <p:spPr>
          <a:xfrm flipV="1">
            <a:off x="6812011" y="5251715"/>
            <a:ext cx="1114672" cy="859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6CD58D1B-279F-4B9B-B722-A454B2E5D2B4}"/>
              </a:ext>
            </a:extLst>
          </p:cNvPr>
          <p:cNvSpPr/>
          <p:nvPr/>
        </p:nvSpPr>
        <p:spPr>
          <a:xfrm>
            <a:off x="10625210" y="5097282"/>
            <a:ext cx="58599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002060"/>
                </a:solidFill>
              </a:rPr>
              <a:t>4</a:t>
            </a:r>
            <a:endParaRPr lang="ko-KR" altLang="en-US" b="1" dirty="0">
              <a:solidFill>
                <a:srgbClr val="002060"/>
              </a:solidFill>
            </a:endParaRPr>
          </a:p>
        </p:txBody>
      </p:sp>
      <p:cxnSp>
        <p:nvCxnSpPr>
          <p:cNvPr id="160" name="직선 화살표 연결선 159">
            <a:extLst>
              <a:ext uri="{FF2B5EF4-FFF2-40B4-BE49-F238E27FC236}">
                <a16:creationId xmlns:a16="http://schemas.microsoft.com/office/drawing/2014/main" id="{8FB8E976-77ED-4930-8F7E-3634FD926A3F}"/>
              </a:ext>
            </a:extLst>
          </p:cNvPr>
          <p:cNvCxnSpPr>
            <a:cxnSpLocks/>
            <a:endCxn id="152" idx="1"/>
          </p:cNvCxnSpPr>
          <p:nvPr/>
        </p:nvCxnSpPr>
        <p:spPr>
          <a:xfrm>
            <a:off x="9574612" y="3623666"/>
            <a:ext cx="1050598" cy="923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1" name="직선 화살표 연결선 160">
            <a:extLst>
              <a:ext uri="{FF2B5EF4-FFF2-40B4-BE49-F238E27FC236}">
                <a16:creationId xmlns:a16="http://schemas.microsoft.com/office/drawing/2014/main" id="{4EC52546-1F43-435A-BFDF-06D507FF7FAF}"/>
              </a:ext>
            </a:extLst>
          </p:cNvPr>
          <p:cNvCxnSpPr>
            <a:cxnSpLocks/>
            <a:endCxn id="153" idx="1"/>
          </p:cNvCxnSpPr>
          <p:nvPr/>
        </p:nvCxnSpPr>
        <p:spPr>
          <a:xfrm>
            <a:off x="9574612" y="4178126"/>
            <a:ext cx="1050598" cy="0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2" name="직선 화살표 연결선 161">
            <a:extLst>
              <a:ext uri="{FF2B5EF4-FFF2-40B4-BE49-F238E27FC236}">
                <a16:creationId xmlns:a16="http://schemas.microsoft.com/office/drawing/2014/main" id="{73DAB3A9-FBC0-410C-8721-8D873823A092}"/>
              </a:ext>
            </a:extLst>
          </p:cNvPr>
          <p:cNvCxnSpPr>
            <a:cxnSpLocks/>
            <a:endCxn id="154" idx="1"/>
          </p:cNvCxnSpPr>
          <p:nvPr/>
        </p:nvCxnSpPr>
        <p:spPr>
          <a:xfrm>
            <a:off x="9574612" y="4730037"/>
            <a:ext cx="1050598" cy="0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3" name="직선 화살표 연결선 162">
            <a:extLst>
              <a:ext uri="{FF2B5EF4-FFF2-40B4-BE49-F238E27FC236}">
                <a16:creationId xmlns:a16="http://schemas.microsoft.com/office/drawing/2014/main" id="{6E4893DA-8AFD-4000-ADFE-191D0C8F5CF9}"/>
              </a:ext>
            </a:extLst>
          </p:cNvPr>
          <p:cNvCxnSpPr>
            <a:cxnSpLocks/>
            <a:endCxn id="159" idx="1"/>
          </p:cNvCxnSpPr>
          <p:nvPr/>
        </p:nvCxnSpPr>
        <p:spPr>
          <a:xfrm>
            <a:off x="9574612" y="5267528"/>
            <a:ext cx="1050598" cy="14420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64" name="표 8">
            <a:extLst>
              <a:ext uri="{FF2B5EF4-FFF2-40B4-BE49-F238E27FC236}">
                <a16:creationId xmlns:a16="http://schemas.microsoft.com/office/drawing/2014/main" id="{393CF86E-9C37-418C-8F15-204A35569B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833432"/>
              </p:ext>
            </p:extLst>
          </p:nvPr>
        </p:nvGraphicFramePr>
        <p:xfrm>
          <a:off x="9249597" y="3421576"/>
          <a:ext cx="488325" cy="9879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325">
                  <a:extLst>
                    <a:ext uri="{9D8B030D-6E8A-4147-A177-3AD203B41FA5}">
                      <a16:colId xmlns:a16="http://schemas.microsoft.com/office/drawing/2014/main" val="3112511452"/>
                    </a:ext>
                  </a:extLst>
                </a:gridCol>
              </a:tblGrid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8718679"/>
                  </a:ext>
                </a:extLst>
              </a:tr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189920"/>
                  </a:ext>
                </a:extLst>
              </a:tr>
            </a:tbl>
          </a:graphicData>
        </a:graphic>
      </p:graphicFrame>
      <p:graphicFrame>
        <p:nvGraphicFramePr>
          <p:cNvPr id="165" name="표 8">
            <a:extLst>
              <a:ext uri="{FF2B5EF4-FFF2-40B4-BE49-F238E27FC236}">
                <a16:creationId xmlns:a16="http://schemas.microsoft.com/office/drawing/2014/main" id="{719F3149-4584-4EA1-9CE6-0D158E3FDA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8330598"/>
              </p:ext>
            </p:extLst>
          </p:nvPr>
        </p:nvGraphicFramePr>
        <p:xfrm>
          <a:off x="9249596" y="4518617"/>
          <a:ext cx="488325" cy="9879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325">
                  <a:extLst>
                    <a:ext uri="{9D8B030D-6E8A-4147-A177-3AD203B41FA5}">
                      <a16:colId xmlns:a16="http://schemas.microsoft.com/office/drawing/2014/main" val="3112511452"/>
                    </a:ext>
                  </a:extLst>
                </a:gridCol>
              </a:tblGrid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8718679"/>
                  </a:ext>
                </a:extLst>
              </a:tr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189920"/>
                  </a:ext>
                </a:extLst>
              </a:tr>
            </a:tbl>
          </a:graphicData>
        </a:graphic>
      </p:graphicFrame>
      <p:cxnSp>
        <p:nvCxnSpPr>
          <p:cNvPr id="166" name="직선 화살표 연결선 165">
            <a:extLst>
              <a:ext uri="{FF2B5EF4-FFF2-40B4-BE49-F238E27FC236}">
                <a16:creationId xmlns:a16="http://schemas.microsoft.com/office/drawing/2014/main" id="{83010F50-2CD7-44D3-995B-9984AB3D8D8E}"/>
              </a:ext>
            </a:extLst>
          </p:cNvPr>
          <p:cNvCxnSpPr>
            <a:cxnSpLocks/>
          </p:cNvCxnSpPr>
          <p:nvPr/>
        </p:nvCxnSpPr>
        <p:spPr>
          <a:xfrm flipV="1">
            <a:off x="8217293" y="3596730"/>
            <a:ext cx="1032303" cy="208929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7" name="직선 화살표 연결선 166">
            <a:extLst>
              <a:ext uri="{FF2B5EF4-FFF2-40B4-BE49-F238E27FC236}">
                <a16:creationId xmlns:a16="http://schemas.microsoft.com/office/drawing/2014/main" id="{AC13C64B-42C0-4917-8412-AA4BCF1410F3}"/>
              </a:ext>
            </a:extLst>
          </p:cNvPr>
          <p:cNvCxnSpPr>
            <a:cxnSpLocks/>
          </p:cNvCxnSpPr>
          <p:nvPr/>
        </p:nvCxnSpPr>
        <p:spPr>
          <a:xfrm>
            <a:off x="8217293" y="4360118"/>
            <a:ext cx="1032303" cy="369919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68" name="표 8">
            <a:extLst>
              <a:ext uri="{FF2B5EF4-FFF2-40B4-BE49-F238E27FC236}">
                <a16:creationId xmlns:a16="http://schemas.microsoft.com/office/drawing/2014/main" id="{FE98B8E6-8577-42FE-B71E-DBF7655A06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3151090"/>
              </p:ext>
            </p:extLst>
          </p:nvPr>
        </p:nvGraphicFramePr>
        <p:xfrm>
          <a:off x="7949851" y="5067049"/>
          <a:ext cx="477854" cy="9879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7854">
                  <a:extLst>
                    <a:ext uri="{9D8B030D-6E8A-4147-A177-3AD203B41FA5}">
                      <a16:colId xmlns:a16="http://schemas.microsoft.com/office/drawing/2014/main" val="3112511452"/>
                    </a:ext>
                  </a:extLst>
                </a:gridCol>
              </a:tblGrid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8718679"/>
                  </a:ext>
                </a:extLst>
              </a:tr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189920"/>
                  </a:ext>
                </a:extLst>
              </a:tr>
            </a:tbl>
          </a:graphicData>
        </a:graphic>
      </p:graphicFrame>
      <p:cxnSp>
        <p:nvCxnSpPr>
          <p:cNvPr id="169" name="직선 화살표 연결선 168">
            <a:extLst>
              <a:ext uri="{FF2B5EF4-FFF2-40B4-BE49-F238E27FC236}">
                <a16:creationId xmlns:a16="http://schemas.microsoft.com/office/drawing/2014/main" id="{4D50B26F-4E6F-4332-B8BA-1D14A762D525}"/>
              </a:ext>
            </a:extLst>
          </p:cNvPr>
          <p:cNvCxnSpPr>
            <a:cxnSpLocks/>
          </p:cNvCxnSpPr>
          <p:nvPr/>
        </p:nvCxnSpPr>
        <p:spPr>
          <a:xfrm flipV="1">
            <a:off x="8240619" y="3742135"/>
            <a:ext cx="1008977" cy="1520614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0" name="직선 화살표 연결선 169">
            <a:extLst>
              <a:ext uri="{FF2B5EF4-FFF2-40B4-BE49-F238E27FC236}">
                <a16:creationId xmlns:a16="http://schemas.microsoft.com/office/drawing/2014/main" id="{5C5FA0FE-236F-4ED2-AA32-E7615E8C86CE}"/>
              </a:ext>
            </a:extLst>
          </p:cNvPr>
          <p:cNvCxnSpPr>
            <a:cxnSpLocks/>
          </p:cNvCxnSpPr>
          <p:nvPr/>
        </p:nvCxnSpPr>
        <p:spPr>
          <a:xfrm flipV="1">
            <a:off x="8240619" y="4839176"/>
            <a:ext cx="910233" cy="978031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7369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Box 85">
            <a:extLst>
              <a:ext uri="{FF2B5EF4-FFF2-40B4-BE49-F238E27FC236}">
                <a16:creationId xmlns:a16="http://schemas.microsoft.com/office/drawing/2014/main" id="{F76DEC1D-C489-4E8A-8DB3-E7C1AB58A160}"/>
              </a:ext>
            </a:extLst>
          </p:cNvPr>
          <p:cNvSpPr txBox="1"/>
          <p:nvPr/>
        </p:nvSpPr>
        <p:spPr>
          <a:xfrm>
            <a:off x="645309" y="352829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src</a:t>
            </a:r>
            <a:endParaRPr lang="ko-KR" altLang="en-US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E4CD8D5D-5AE5-43DA-A489-4524ED11CC26}"/>
              </a:ext>
            </a:extLst>
          </p:cNvPr>
          <p:cNvSpPr/>
          <p:nvPr/>
        </p:nvSpPr>
        <p:spPr>
          <a:xfrm>
            <a:off x="756370" y="739351"/>
            <a:ext cx="58599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91" name="표 8">
            <a:extLst>
              <a:ext uri="{FF2B5EF4-FFF2-40B4-BE49-F238E27FC236}">
                <a16:creationId xmlns:a16="http://schemas.microsoft.com/office/drawing/2014/main" id="{D950299B-6C11-4168-82BF-8DCB1CEF5C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26898"/>
              </p:ext>
            </p:extLst>
          </p:nvPr>
        </p:nvGraphicFramePr>
        <p:xfrm>
          <a:off x="2211358" y="739351"/>
          <a:ext cx="488325" cy="9879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325">
                  <a:extLst>
                    <a:ext uri="{9D8B030D-6E8A-4147-A177-3AD203B41FA5}">
                      <a16:colId xmlns:a16="http://schemas.microsoft.com/office/drawing/2014/main" val="3112511452"/>
                    </a:ext>
                  </a:extLst>
                </a:gridCol>
              </a:tblGrid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8718679"/>
                  </a:ext>
                </a:extLst>
              </a:tr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189920"/>
                  </a:ext>
                </a:extLst>
              </a:tr>
            </a:tbl>
          </a:graphicData>
        </a:graphic>
      </p:graphicFrame>
      <p:sp>
        <p:nvSpPr>
          <p:cNvPr id="92" name="직사각형 91">
            <a:extLst>
              <a:ext uri="{FF2B5EF4-FFF2-40B4-BE49-F238E27FC236}">
                <a16:creationId xmlns:a16="http://schemas.microsoft.com/office/drawing/2014/main" id="{62D77DB4-4B10-4FFE-83EF-8259C8FF0F56}"/>
              </a:ext>
            </a:extLst>
          </p:cNvPr>
          <p:cNvSpPr/>
          <p:nvPr/>
        </p:nvSpPr>
        <p:spPr>
          <a:xfrm>
            <a:off x="4887419" y="565354"/>
            <a:ext cx="58599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002060"/>
                </a:solidFill>
              </a:rPr>
              <a:t>1</a:t>
            </a:r>
            <a:endParaRPr lang="ko-KR" altLang="en-US" b="1" dirty="0">
              <a:solidFill>
                <a:srgbClr val="002060"/>
              </a:solidFill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7A44F97B-EF0F-4C40-80BB-91B3CEE24A0D}"/>
              </a:ext>
            </a:extLst>
          </p:cNvPr>
          <p:cNvSpPr/>
          <p:nvPr/>
        </p:nvSpPr>
        <p:spPr>
          <a:xfrm>
            <a:off x="4887419" y="1118891"/>
            <a:ext cx="58599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002060"/>
                </a:solidFill>
              </a:rPr>
              <a:t>2</a:t>
            </a:r>
            <a:endParaRPr lang="ko-KR" altLang="en-US" b="1" dirty="0">
              <a:solidFill>
                <a:srgbClr val="002060"/>
              </a:solidFill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B1838332-50CE-47BB-8FB9-FC2CCB43CFE1}"/>
              </a:ext>
            </a:extLst>
          </p:cNvPr>
          <p:cNvSpPr/>
          <p:nvPr/>
        </p:nvSpPr>
        <p:spPr>
          <a:xfrm>
            <a:off x="4887419" y="1670802"/>
            <a:ext cx="58599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002060"/>
                </a:solidFill>
              </a:rPr>
              <a:t>3</a:t>
            </a:r>
            <a:endParaRPr lang="ko-KR" altLang="en-US" b="1" dirty="0">
              <a:solidFill>
                <a:srgbClr val="002060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2A1BFAD-2D17-4DA5-9AE6-9D8C333D978D}"/>
              </a:ext>
            </a:extLst>
          </p:cNvPr>
          <p:cNvSpPr txBox="1"/>
          <p:nvPr/>
        </p:nvSpPr>
        <p:spPr>
          <a:xfrm>
            <a:off x="645309" y="1806815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dst</a:t>
            </a:r>
            <a:endParaRPr lang="ko-KR" altLang="en-US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9FE16C2A-B16D-4A70-B17A-4241902A6AED}"/>
              </a:ext>
            </a:extLst>
          </p:cNvPr>
          <p:cNvSpPr/>
          <p:nvPr/>
        </p:nvSpPr>
        <p:spPr>
          <a:xfrm>
            <a:off x="756370" y="2193337"/>
            <a:ext cx="58599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3FA6F52A-8921-4B0A-A3D0-33B9C3AF1B95}"/>
              </a:ext>
            </a:extLst>
          </p:cNvPr>
          <p:cNvCxnSpPr>
            <a:cxnSpLocks/>
          </p:cNvCxnSpPr>
          <p:nvPr/>
        </p:nvCxnSpPr>
        <p:spPr>
          <a:xfrm flipV="1">
            <a:off x="1074220" y="924017"/>
            <a:ext cx="1137138" cy="7072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77FF6139-6AE2-4879-BE1B-E3128B07303B}"/>
              </a:ext>
            </a:extLst>
          </p:cNvPr>
          <p:cNvCxnSpPr>
            <a:cxnSpLocks/>
          </p:cNvCxnSpPr>
          <p:nvPr/>
        </p:nvCxnSpPr>
        <p:spPr>
          <a:xfrm flipV="1">
            <a:off x="1074220" y="1036869"/>
            <a:ext cx="1080266" cy="1341135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44281108-DD11-47AE-A23F-8D49E2960DCA}"/>
              </a:ext>
            </a:extLst>
          </p:cNvPr>
          <p:cNvSpPr/>
          <p:nvPr/>
        </p:nvSpPr>
        <p:spPr>
          <a:xfrm>
            <a:off x="4887419" y="2222713"/>
            <a:ext cx="58599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002060"/>
                </a:solidFill>
              </a:rPr>
              <a:t>4</a:t>
            </a:r>
            <a:endParaRPr lang="ko-KR" altLang="en-US" b="1" dirty="0">
              <a:solidFill>
                <a:srgbClr val="002060"/>
              </a:solidFill>
            </a:endParaRPr>
          </a:p>
        </p:txBody>
      </p: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4A0337F3-56B5-4C78-A918-854173C1DEB4}"/>
              </a:ext>
            </a:extLst>
          </p:cNvPr>
          <p:cNvCxnSpPr>
            <a:cxnSpLocks/>
            <a:endCxn id="92" idx="1"/>
          </p:cNvCxnSpPr>
          <p:nvPr/>
        </p:nvCxnSpPr>
        <p:spPr>
          <a:xfrm>
            <a:off x="3836821" y="749097"/>
            <a:ext cx="1050598" cy="923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0DC6E4DB-E34F-4C7D-8CA9-7843A3691D78}"/>
              </a:ext>
            </a:extLst>
          </p:cNvPr>
          <p:cNvCxnSpPr>
            <a:cxnSpLocks/>
            <a:endCxn id="93" idx="1"/>
          </p:cNvCxnSpPr>
          <p:nvPr/>
        </p:nvCxnSpPr>
        <p:spPr>
          <a:xfrm>
            <a:off x="3836821" y="1303557"/>
            <a:ext cx="1050598" cy="0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F396C905-0143-4F7B-AA53-E983E21E5D67}"/>
              </a:ext>
            </a:extLst>
          </p:cNvPr>
          <p:cNvCxnSpPr>
            <a:cxnSpLocks/>
            <a:endCxn id="94" idx="1"/>
          </p:cNvCxnSpPr>
          <p:nvPr/>
        </p:nvCxnSpPr>
        <p:spPr>
          <a:xfrm>
            <a:off x="3836821" y="1855468"/>
            <a:ext cx="1050598" cy="0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EAC96BE0-1178-4614-8028-4B1C408DCAEA}"/>
              </a:ext>
            </a:extLst>
          </p:cNvPr>
          <p:cNvCxnSpPr>
            <a:cxnSpLocks/>
            <a:endCxn id="99" idx="1"/>
          </p:cNvCxnSpPr>
          <p:nvPr/>
        </p:nvCxnSpPr>
        <p:spPr>
          <a:xfrm>
            <a:off x="3836821" y="2392959"/>
            <a:ext cx="1050598" cy="14420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04" name="표 8">
            <a:extLst>
              <a:ext uri="{FF2B5EF4-FFF2-40B4-BE49-F238E27FC236}">
                <a16:creationId xmlns:a16="http://schemas.microsoft.com/office/drawing/2014/main" id="{9366B970-DA96-4E01-80C7-C752906CBE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5301105"/>
              </p:ext>
            </p:extLst>
          </p:nvPr>
        </p:nvGraphicFramePr>
        <p:xfrm>
          <a:off x="3511806" y="547007"/>
          <a:ext cx="488325" cy="9879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325">
                  <a:extLst>
                    <a:ext uri="{9D8B030D-6E8A-4147-A177-3AD203B41FA5}">
                      <a16:colId xmlns:a16="http://schemas.microsoft.com/office/drawing/2014/main" val="3112511452"/>
                    </a:ext>
                  </a:extLst>
                </a:gridCol>
              </a:tblGrid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8718679"/>
                  </a:ext>
                </a:extLst>
              </a:tr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189920"/>
                  </a:ext>
                </a:extLst>
              </a:tr>
            </a:tbl>
          </a:graphicData>
        </a:graphic>
      </p:graphicFrame>
      <p:graphicFrame>
        <p:nvGraphicFramePr>
          <p:cNvPr id="105" name="표 8">
            <a:extLst>
              <a:ext uri="{FF2B5EF4-FFF2-40B4-BE49-F238E27FC236}">
                <a16:creationId xmlns:a16="http://schemas.microsoft.com/office/drawing/2014/main" id="{80D6F452-99B1-46C5-8AD8-F896448AB3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3280550"/>
              </p:ext>
            </p:extLst>
          </p:nvPr>
        </p:nvGraphicFramePr>
        <p:xfrm>
          <a:off x="3511805" y="1644048"/>
          <a:ext cx="488325" cy="9879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325">
                  <a:extLst>
                    <a:ext uri="{9D8B030D-6E8A-4147-A177-3AD203B41FA5}">
                      <a16:colId xmlns:a16="http://schemas.microsoft.com/office/drawing/2014/main" val="3112511452"/>
                    </a:ext>
                  </a:extLst>
                </a:gridCol>
              </a:tblGrid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8718679"/>
                  </a:ext>
                </a:extLst>
              </a:tr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189920"/>
                  </a:ext>
                </a:extLst>
              </a:tr>
            </a:tbl>
          </a:graphicData>
        </a:graphic>
      </p:graphicFrame>
      <p:cxnSp>
        <p:nvCxnSpPr>
          <p:cNvPr id="106" name="직선 화살표 연결선 105">
            <a:extLst>
              <a:ext uri="{FF2B5EF4-FFF2-40B4-BE49-F238E27FC236}">
                <a16:creationId xmlns:a16="http://schemas.microsoft.com/office/drawing/2014/main" id="{2C7482D8-3BB7-41B8-871E-9E7A2F570DFE}"/>
              </a:ext>
            </a:extLst>
          </p:cNvPr>
          <p:cNvCxnSpPr>
            <a:cxnSpLocks/>
          </p:cNvCxnSpPr>
          <p:nvPr/>
        </p:nvCxnSpPr>
        <p:spPr>
          <a:xfrm flipV="1">
            <a:off x="2479502" y="722161"/>
            <a:ext cx="1032303" cy="208929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1253D5AF-815C-4964-95C1-8DDBA37206FF}"/>
              </a:ext>
            </a:extLst>
          </p:cNvPr>
          <p:cNvCxnSpPr>
            <a:cxnSpLocks/>
          </p:cNvCxnSpPr>
          <p:nvPr/>
        </p:nvCxnSpPr>
        <p:spPr>
          <a:xfrm>
            <a:off x="2479502" y="1485549"/>
            <a:ext cx="1032303" cy="369919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FF0EAF28-9101-4BAB-83B6-0CE392904AB5}"/>
              </a:ext>
            </a:extLst>
          </p:cNvPr>
          <p:cNvSpPr txBox="1"/>
          <p:nvPr/>
        </p:nvSpPr>
        <p:spPr>
          <a:xfrm>
            <a:off x="645309" y="3060268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src</a:t>
            </a:r>
            <a:endParaRPr lang="ko-KR" altLang="en-US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34B9AB13-1CE2-445F-B89E-252455C1B244}"/>
              </a:ext>
            </a:extLst>
          </p:cNvPr>
          <p:cNvSpPr/>
          <p:nvPr/>
        </p:nvSpPr>
        <p:spPr>
          <a:xfrm>
            <a:off x="756370" y="3446790"/>
            <a:ext cx="58599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83" name="표 8">
            <a:extLst>
              <a:ext uri="{FF2B5EF4-FFF2-40B4-BE49-F238E27FC236}">
                <a16:creationId xmlns:a16="http://schemas.microsoft.com/office/drawing/2014/main" id="{011E2A01-BFA5-49CE-8F2B-0FF43A2FAD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5838286"/>
              </p:ext>
            </p:extLst>
          </p:nvPr>
        </p:nvGraphicFramePr>
        <p:xfrm>
          <a:off x="2211358" y="3446790"/>
          <a:ext cx="488325" cy="9879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325">
                  <a:extLst>
                    <a:ext uri="{9D8B030D-6E8A-4147-A177-3AD203B41FA5}">
                      <a16:colId xmlns:a16="http://schemas.microsoft.com/office/drawing/2014/main" val="3112511452"/>
                    </a:ext>
                  </a:extLst>
                </a:gridCol>
              </a:tblGrid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8718679"/>
                  </a:ext>
                </a:extLst>
              </a:tr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189920"/>
                  </a:ext>
                </a:extLst>
              </a:tr>
            </a:tbl>
          </a:graphicData>
        </a:graphic>
      </p:graphicFrame>
      <p:sp>
        <p:nvSpPr>
          <p:cNvPr id="84" name="직사각형 83">
            <a:extLst>
              <a:ext uri="{FF2B5EF4-FFF2-40B4-BE49-F238E27FC236}">
                <a16:creationId xmlns:a16="http://schemas.microsoft.com/office/drawing/2014/main" id="{E991A858-36CF-434B-85A8-BC5C24D7A003}"/>
              </a:ext>
            </a:extLst>
          </p:cNvPr>
          <p:cNvSpPr/>
          <p:nvPr/>
        </p:nvSpPr>
        <p:spPr>
          <a:xfrm>
            <a:off x="4887419" y="3272793"/>
            <a:ext cx="58599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002060"/>
                </a:solidFill>
              </a:rPr>
              <a:t>1</a:t>
            </a:r>
            <a:endParaRPr lang="ko-KR" altLang="en-US" b="1" dirty="0">
              <a:solidFill>
                <a:srgbClr val="002060"/>
              </a:solidFill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10F91FDB-7744-45B4-B279-E28B695982C8}"/>
              </a:ext>
            </a:extLst>
          </p:cNvPr>
          <p:cNvSpPr/>
          <p:nvPr/>
        </p:nvSpPr>
        <p:spPr>
          <a:xfrm>
            <a:off x="4887419" y="3826330"/>
            <a:ext cx="58599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002060"/>
                </a:solidFill>
              </a:rPr>
              <a:t>2</a:t>
            </a:r>
            <a:endParaRPr lang="ko-KR" altLang="en-US" b="1" dirty="0">
              <a:solidFill>
                <a:srgbClr val="002060"/>
              </a:solidFill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196A2590-7DC8-41C6-8075-1363CB00195F}"/>
              </a:ext>
            </a:extLst>
          </p:cNvPr>
          <p:cNvSpPr/>
          <p:nvPr/>
        </p:nvSpPr>
        <p:spPr>
          <a:xfrm>
            <a:off x="4887419" y="4378241"/>
            <a:ext cx="58599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002060"/>
                </a:solidFill>
              </a:rPr>
              <a:t>3</a:t>
            </a:r>
            <a:endParaRPr lang="ko-KR" altLang="en-US" b="1" dirty="0">
              <a:solidFill>
                <a:srgbClr val="002060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D06CD6F-0D9F-4B89-8C67-3C9AC2C9D4D9}"/>
              </a:ext>
            </a:extLst>
          </p:cNvPr>
          <p:cNvSpPr txBox="1"/>
          <p:nvPr/>
        </p:nvSpPr>
        <p:spPr>
          <a:xfrm>
            <a:off x="645309" y="4514254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dst</a:t>
            </a:r>
            <a:endParaRPr lang="ko-KR" altLang="en-US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B3D5607B-E6F5-403E-8A56-5495004A9381}"/>
              </a:ext>
            </a:extLst>
          </p:cNvPr>
          <p:cNvSpPr/>
          <p:nvPr/>
        </p:nvSpPr>
        <p:spPr>
          <a:xfrm>
            <a:off x="756370" y="4900776"/>
            <a:ext cx="58599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7" name="직선 화살표 연결선 126">
            <a:extLst>
              <a:ext uri="{FF2B5EF4-FFF2-40B4-BE49-F238E27FC236}">
                <a16:creationId xmlns:a16="http://schemas.microsoft.com/office/drawing/2014/main" id="{97BBCF64-8FED-4D18-9A56-2F4112951D9C}"/>
              </a:ext>
            </a:extLst>
          </p:cNvPr>
          <p:cNvCxnSpPr>
            <a:cxnSpLocks/>
          </p:cNvCxnSpPr>
          <p:nvPr/>
        </p:nvCxnSpPr>
        <p:spPr>
          <a:xfrm flipV="1">
            <a:off x="1074220" y="3631456"/>
            <a:ext cx="1137138" cy="7072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8" name="직선 화살표 연결선 127">
            <a:extLst>
              <a:ext uri="{FF2B5EF4-FFF2-40B4-BE49-F238E27FC236}">
                <a16:creationId xmlns:a16="http://schemas.microsoft.com/office/drawing/2014/main" id="{BEC7028B-0863-4BDB-B772-6727CF1F6AE3}"/>
              </a:ext>
            </a:extLst>
          </p:cNvPr>
          <p:cNvCxnSpPr>
            <a:cxnSpLocks/>
          </p:cNvCxnSpPr>
          <p:nvPr/>
        </p:nvCxnSpPr>
        <p:spPr>
          <a:xfrm flipV="1">
            <a:off x="1074220" y="3744308"/>
            <a:ext cx="1080266" cy="1341135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3C5ACF12-77C7-4621-9E79-403E52A86F39}"/>
              </a:ext>
            </a:extLst>
          </p:cNvPr>
          <p:cNvSpPr/>
          <p:nvPr/>
        </p:nvSpPr>
        <p:spPr>
          <a:xfrm>
            <a:off x="4887419" y="4930152"/>
            <a:ext cx="58599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002060"/>
                </a:solidFill>
              </a:rPr>
              <a:t>4</a:t>
            </a:r>
            <a:endParaRPr lang="ko-KR" altLang="en-US" b="1" dirty="0">
              <a:solidFill>
                <a:srgbClr val="002060"/>
              </a:solidFill>
            </a:endParaRPr>
          </a:p>
        </p:txBody>
      </p:sp>
      <p:cxnSp>
        <p:nvCxnSpPr>
          <p:cNvPr id="130" name="직선 화살표 연결선 129">
            <a:extLst>
              <a:ext uri="{FF2B5EF4-FFF2-40B4-BE49-F238E27FC236}">
                <a16:creationId xmlns:a16="http://schemas.microsoft.com/office/drawing/2014/main" id="{47B38754-9181-4737-95B4-B6C09A87126D}"/>
              </a:ext>
            </a:extLst>
          </p:cNvPr>
          <p:cNvCxnSpPr>
            <a:cxnSpLocks/>
            <a:endCxn id="84" idx="1"/>
          </p:cNvCxnSpPr>
          <p:nvPr/>
        </p:nvCxnSpPr>
        <p:spPr>
          <a:xfrm>
            <a:off x="3836821" y="3456536"/>
            <a:ext cx="1050598" cy="923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1" name="직선 화살표 연결선 130">
            <a:extLst>
              <a:ext uri="{FF2B5EF4-FFF2-40B4-BE49-F238E27FC236}">
                <a16:creationId xmlns:a16="http://schemas.microsoft.com/office/drawing/2014/main" id="{706CEBB9-D1A1-4346-88A8-F47882978207}"/>
              </a:ext>
            </a:extLst>
          </p:cNvPr>
          <p:cNvCxnSpPr>
            <a:cxnSpLocks/>
            <a:endCxn id="85" idx="1"/>
          </p:cNvCxnSpPr>
          <p:nvPr/>
        </p:nvCxnSpPr>
        <p:spPr>
          <a:xfrm>
            <a:off x="3836821" y="4010996"/>
            <a:ext cx="1050598" cy="0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2" name="직선 화살표 연결선 131">
            <a:extLst>
              <a:ext uri="{FF2B5EF4-FFF2-40B4-BE49-F238E27FC236}">
                <a16:creationId xmlns:a16="http://schemas.microsoft.com/office/drawing/2014/main" id="{FF9F4B4B-9B26-462B-9638-70950CD309E1}"/>
              </a:ext>
            </a:extLst>
          </p:cNvPr>
          <p:cNvCxnSpPr>
            <a:cxnSpLocks/>
            <a:endCxn id="87" idx="1"/>
          </p:cNvCxnSpPr>
          <p:nvPr/>
        </p:nvCxnSpPr>
        <p:spPr>
          <a:xfrm>
            <a:off x="3836821" y="4562907"/>
            <a:ext cx="1050598" cy="0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3" name="직선 화살표 연결선 132">
            <a:extLst>
              <a:ext uri="{FF2B5EF4-FFF2-40B4-BE49-F238E27FC236}">
                <a16:creationId xmlns:a16="http://schemas.microsoft.com/office/drawing/2014/main" id="{42D57D91-268C-452C-90A8-BA9EB23D2C43}"/>
              </a:ext>
            </a:extLst>
          </p:cNvPr>
          <p:cNvCxnSpPr>
            <a:cxnSpLocks/>
            <a:endCxn id="129" idx="1"/>
          </p:cNvCxnSpPr>
          <p:nvPr/>
        </p:nvCxnSpPr>
        <p:spPr>
          <a:xfrm>
            <a:off x="3836821" y="5100398"/>
            <a:ext cx="1050598" cy="14420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34" name="표 8">
            <a:extLst>
              <a:ext uri="{FF2B5EF4-FFF2-40B4-BE49-F238E27FC236}">
                <a16:creationId xmlns:a16="http://schemas.microsoft.com/office/drawing/2014/main" id="{19B74A8E-20BB-448E-A13D-9FE1DE4472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1847423"/>
              </p:ext>
            </p:extLst>
          </p:nvPr>
        </p:nvGraphicFramePr>
        <p:xfrm>
          <a:off x="3511806" y="3254446"/>
          <a:ext cx="488325" cy="9879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325">
                  <a:extLst>
                    <a:ext uri="{9D8B030D-6E8A-4147-A177-3AD203B41FA5}">
                      <a16:colId xmlns:a16="http://schemas.microsoft.com/office/drawing/2014/main" val="3112511452"/>
                    </a:ext>
                  </a:extLst>
                </a:gridCol>
              </a:tblGrid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8718679"/>
                  </a:ext>
                </a:extLst>
              </a:tr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189920"/>
                  </a:ext>
                </a:extLst>
              </a:tr>
            </a:tbl>
          </a:graphicData>
        </a:graphic>
      </p:graphicFrame>
      <p:graphicFrame>
        <p:nvGraphicFramePr>
          <p:cNvPr id="135" name="표 8">
            <a:extLst>
              <a:ext uri="{FF2B5EF4-FFF2-40B4-BE49-F238E27FC236}">
                <a16:creationId xmlns:a16="http://schemas.microsoft.com/office/drawing/2014/main" id="{AEEB6927-CCFD-4CA3-A27F-36208E6E34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4745583"/>
              </p:ext>
            </p:extLst>
          </p:nvPr>
        </p:nvGraphicFramePr>
        <p:xfrm>
          <a:off x="3511805" y="4351487"/>
          <a:ext cx="488325" cy="9879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325">
                  <a:extLst>
                    <a:ext uri="{9D8B030D-6E8A-4147-A177-3AD203B41FA5}">
                      <a16:colId xmlns:a16="http://schemas.microsoft.com/office/drawing/2014/main" val="3112511452"/>
                    </a:ext>
                  </a:extLst>
                </a:gridCol>
              </a:tblGrid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8718679"/>
                  </a:ext>
                </a:extLst>
              </a:tr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189920"/>
                  </a:ext>
                </a:extLst>
              </a:tr>
            </a:tbl>
          </a:graphicData>
        </a:graphic>
      </p:graphicFrame>
      <p:cxnSp>
        <p:nvCxnSpPr>
          <p:cNvPr id="136" name="직선 화살표 연결선 135">
            <a:extLst>
              <a:ext uri="{FF2B5EF4-FFF2-40B4-BE49-F238E27FC236}">
                <a16:creationId xmlns:a16="http://schemas.microsoft.com/office/drawing/2014/main" id="{4BAD57C4-4D7E-4173-AD8F-990F21881E90}"/>
              </a:ext>
            </a:extLst>
          </p:cNvPr>
          <p:cNvCxnSpPr>
            <a:cxnSpLocks/>
          </p:cNvCxnSpPr>
          <p:nvPr/>
        </p:nvCxnSpPr>
        <p:spPr>
          <a:xfrm flipV="1">
            <a:off x="2479502" y="3429600"/>
            <a:ext cx="1032303" cy="208929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7" name="직선 화살표 연결선 136">
            <a:extLst>
              <a:ext uri="{FF2B5EF4-FFF2-40B4-BE49-F238E27FC236}">
                <a16:creationId xmlns:a16="http://schemas.microsoft.com/office/drawing/2014/main" id="{0F8CCD5C-3790-4061-94C8-EAEF90298C9B}"/>
              </a:ext>
            </a:extLst>
          </p:cNvPr>
          <p:cNvCxnSpPr>
            <a:cxnSpLocks/>
          </p:cNvCxnSpPr>
          <p:nvPr/>
        </p:nvCxnSpPr>
        <p:spPr>
          <a:xfrm>
            <a:off x="2479502" y="4192988"/>
            <a:ext cx="1032303" cy="369919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3340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8AAE41AA-499C-44F5-9F21-EC595EB67413}"/>
              </a:ext>
            </a:extLst>
          </p:cNvPr>
          <p:cNvSpPr/>
          <p:nvPr/>
        </p:nvSpPr>
        <p:spPr>
          <a:xfrm>
            <a:off x="721509" y="924469"/>
            <a:ext cx="58599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10" name="표 8">
            <a:extLst>
              <a:ext uri="{FF2B5EF4-FFF2-40B4-BE49-F238E27FC236}">
                <a16:creationId xmlns:a16="http://schemas.microsoft.com/office/drawing/2014/main" id="{0FF9B0FC-5FCB-4CD4-8185-0DF93BE24F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1758007"/>
              </p:ext>
            </p:extLst>
          </p:nvPr>
        </p:nvGraphicFramePr>
        <p:xfrm>
          <a:off x="2176497" y="924469"/>
          <a:ext cx="488325" cy="9879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325">
                  <a:extLst>
                    <a:ext uri="{9D8B030D-6E8A-4147-A177-3AD203B41FA5}">
                      <a16:colId xmlns:a16="http://schemas.microsoft.com/office/drawing/2014/main" val="3112511452"/>
                    </a:ext>
                  </a:extLst>
                </a:gridCol>
              </a:tblGrid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8718679"/>
                  </a:ext>
                </a:extLst>
              </a:tr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189920"/>
                  </a:ext>
                </a:extLst>
              </a:tr>
            </a:tbl>
          </a:graphicData>
        </a:graphic>
      </p:graphicFrame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C266EB10-B3D5-4C1B-AB4E-30CAC62FBAF2}"/>
              </a:ext>
            </a:extLst>
          </p:cNvPr>
          <p:cNvSpPr/>
          <p:nvPr/>
        </p:nvSpPr>
        <p:spPr>
          <a:xfrm>
            <a:off x="4852558" y="750472"/>
            <a:ext cx="58599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002060"/>
                </a:solidFill>
              </a:rPr>
              <a:t>1</a:t>
            </a:r>
            <a:endParaRPr lang="ko-KR" altLang="en-US" b="1" dirty="0">
              <a:solidFill>
                <a:srgbClr val="002060"/>
              </a:solidFill>
            </a:endParaRPr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E446E9E1-EB91-4A53-9F55-A5F457704B6B}"/>
              </a:ext>
            </a:extLst>
          </p:cNvPr>
          <p:cNvSpPr/>
          <p:nvPr/>
        </p:nvSpPr>
        <p:spPr>
          <a:xfrm>
            <a:off x="4852558" y="1304009"/>
            <a:ext cx="58599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002060"/>
                </a:solidFill>
              </a:rPr>
              <a:t>2</a:t>
            </a:r>
            <a:endParaRPr lang="ko-KR" altLang="en-US" b="1" dirty="0">
              <a:solidFill>
                <a:srgbClr val="002060"/>
              </a:solidFill>
            </a:endParaRP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F1D64D04-BA7F-463B-AEC1-C166B7D776FD}"/>
              </a:ext>
            </a:extLst>
          </p:cNvPr>
          <p:cNvSpPr/>
          <p:nvPr/>
        </p:nvSpPr>
        <p:spPr>
          <a:xfrm>
            <a:off x="4852558" y="1855920"/>
            <a:ext cx="58599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002060"/>
                </a:solidFill>
              </a:rPr>
              <a:t>3</a:t>
            </a:r>
            <a:endParaRPr lang="ko-KR" altLang="en-US" b="1" dirty="0">
              <a:solidFill>
                <a:srgbClr val="002060"/>
              </a:solidFill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7DDF04E9-0638-4B2E-867C-27949AD4B191}"/>
              </a:ext>
            </a:extLst>
          </p:cNvPr>
          <p:cNvSpPr txBox="1"/>
          <p:nvPr/>
        </p:nvSpPr>
        <p:spPr>
          <a:xfrm>
            <a:off x="610448" y="1991933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dst</a:t>
            </a:r>
            <a:endParaRPr lang="ko-KR" altLang="en-US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E2CDE75E-BEC4-4486-A6CF-466E41C3638B}"/>
              </a:ext>
            </a:extLst>
          </p:cNvPr>
          <p:cNvSpPr/>
          <p:nvPr/>
        </p:nvSpPr>
        <p:spPr>
          <a:xfrm>
            <a:off x="721509" y="2378455"/>
            <a:ext cx="58599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6" name="직선 화살표 연결선 115">
            <a:extLst>
              <a:ext uri="{FF2B5EF4-FFF2-40B4-BE49-F238E27FC236}">
                <a16:creationId xmlns:a16="http://schemas.microsoft.com/office/drawing/2014/main" id="{08BE8D04-F37A-4AE6-825B-7E6A6D9D8891}"/>
              </a:ext>
            </a:extLst>
          </p:cNvPr>
          <p:cNvCxnSpPr>
            <a:cxnSpLocks/>
          </p:cNvCxnSpPr>
          <p:nvPr/>
        </p:nvCxnSpPr>
        <p:spPr>
          <a:xfrm flipV="1">
            <a:off x="1039359" y="1109135"/>
            <a:ext cx="1137138" cy="7072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7" name="직선 화살표 연결선 116">
            <a:extLst>
              <a:ext uri="{FF2B5EF4-FFF2-40B4-BE49-F238E27FC236}">
                <a16:creationId xmlns:a16="http://schemas.microsoft.com/office/drawing/2014/main" id="{F8832845-3751-4D1B-A72D-161C76779AEF}"/>
              </a:ext>
            </a:extLst>
          </p:cNvPr>
          <p:cNvCxnSpPr>
            <a:cxnSpLocks/>
          </p:cNvCxnSpPr>
          <p:nvPr/>
        </p:nvCxnSpPr>
        <p:spPr>
          <a:xfrm flipV="1">
            <a:off x="1039359" y="2562264"/>
            <a:ext cx="1114672" cy="859"/>
          </a:xfrm>
          <a:prstGeom prst="straightConnector1">
            <a:avLst/>
          </a:prstGeom>
          <a:ln>
            <a:solidFill>
              <a:srgbClr val="FF0000"/>
            </a:solidFill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18BC6A85-3E68-4D5E-9CCE-2CD60AA0E1BA}"/>
              </a:ext>
            </a:extLst>
          </p:cNvPr>
          <p:cNvSpPr/>
          <p:nvPr/>
        </p:nvSpPr>
        <p:spPr>
          <a:xfrm>
            <a:off x="4852558" y="2407831"/>
            <a:ext cx="58599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002060"/>
                </a:solidFill>
              </a:rPr>
              <a:t>4</a:t>
            </a:r>
            <a:endParaRPr lang="ko-KR" altLang="en-US" b="1" dirty="0">
              <a:solidFill>
                <a:srgbClr val="002060"/>
              </a:solidFill>
            </a:endParaRPr>
          </a:p>
        </p:txBody>
      </p:sp>
      <p:cxnSp>
        <p:nvCxnSpPr>
          <p:cNvPr id="120" name="직선 화살표 연결선 119">
            <a:extLst>
              <a:ext uri="{FF2B5EF4-FFF2-40B4-BE49-F238E27FC236}">
                <a16:creationId xmlns:a16="http://schemas.microsoft.com/office/drawing/2014/main" id="{8F7DEC6A-6F28-4D1F-B1CE-9C328732D2E3}"/>
              </a:ext>
            </a:extLst>
          </p:cNvPr>
          <p:cNvCxnSpPr>
            <a:cxnSpLocks/>
            <a:endCxn id="112" idx="1"/>
          </p:cNvCxnSpPr>
          <p:nvPr/>
        </p:nvCxnSpPr>
        <p:spPr>
          <a:xfrm>
            <a:off x="3801960" y="1488675"/>
            <a:ext cx="1050598" cy="0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1" name="직선 화살표 연결선 120">
            <a:extLst>
              <a:ext uri="{FF2B5EF4-FFF2-40B4-BE49-F238E27FC236}">
                <a16:creationId xmlns:a16="http://schemas.microsoft.com/office/drawing/2014/main" id="{A985B6B2-878C-4ADC-A691-A20C3ED2355B}"/>
              </a:ext>
            </a:extLst>
          </p:cNvPr>
          <p:cNvCxnSpPr>
            <a:cxnSpLocks/>
            <a:endCxn id="113" idx="1"/>
          </p:cNvCxnSpPr>
          <p:nvPr/>
        </p:nvCxnSpPr>
        <p:spPr>
          <a:xfrm>
            <a:off x="3801960" y="2040586"/>
            <a:ext cx="1050598" cy="0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2" name="직선 화살표 연결선 121">
            <a:extLst>
              <a:ext uri="{FF2B5EF4-FFF2-40B4-BE49-F238E27FC236}">
                <a16:creationId xmlns:a16="http://schemas.microsoft.com/office/drawing/2014/main" id="{8F90F0BA-DE08-40A8-92B2-37097E77386D}"/>
              </a:ext>
            </a:extLst>
          </p:cNvPr>
          <p:cNvCxnSpPr>
            <a:cxnSpLocks/>
            <a:endCxn id="118" idx="1"/>
          </p:cNvCxnSpPr>
          <p:nvPr/>
        </p:nvCxnSpPr>
        <p:spPr>
          <a:xfrm>
            <a:off x="3801960" y="2578077"/>
            <a:ext cx="1050598" cy="14420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23" name="표 8">
            <a:extLst>
              <a:ext uri="{FF2B5EF4-FFF2-40B4-BE49-F238E27FC236}">
                <a16:creationId xmlns:a16="http://schemas.microsoft.com/office/drawing/2014/main" id="{08239B9F-5710-4941-8EB6-DCCE3C22FF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3563010"/>
              </p:ext>
            </p:extLst>
          </p:nvPr>
        </p:nvGraphicFramePr>
        <p:xfrm>
          <a:off x="3476945" y="732125"/>
          <a:ext cx="488325" cy="9879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325">
                  <a:extLst>
                    <a:ext uri="{9D8B030D-6E8A-4147-A177-3AD203B41FA5}">
                      <a16:colId xmlns:a16="http://schemas.microsoft.com/office/drawing/2014/main" val="3112511452"/>
                    </a:ext>
                  </a:extLst>
                </a:gridCol>
              </a:tblGrid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8718679"/>
                  </a:ext>
                </a:extLst>
              </a:tr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189920"/>
                  </a:ext>
                </a:extLst>
              </a:tr>
            </a:tbl>
          </a:graphicData>
        </a:graphic>
      </p:graphicFrame>
      <p:graphicFrame>
        <p:nvGraphicFramePr>
          <p:cNvPr id="124" name="표 8">
            <a:extLst>
              <a:ext uri="{FF2B5EF4-FFF2-40B4-BE49-F238E27FC236}">
                <a16:creationId xmlns:a16="http://schemas.microsoft.com/office/drawing/2014/main" id="{382C25BB-D37D-495A-8044-D3AA401AB9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631130"/>
              </p:ext>
            </p:extLst>
          </p:nvPr>
        </p:nvGraphicFramePr>
        <p:xfrm>
          <a:off x="3476944" y="1829166"/>
          <a:ext cx="488325" cy="9879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325">
                  <a:extLst>
                    <a:ext uri="{9D8B030D-6E8A-4147-A177-3AD203B41FA5}">
                      <a16:colId xmlns:a16="http://schemas.microsoft.com/office/drawing/2014/main" val="3112511452"/>
                    </a:ext>
                  </a:extLst>
                </a:gridCol>
              </a:tblGrid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8718679"/>
                  </a:ext>
                </a:extLst>
              </a:tr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189920"/>
                  </a:ext>
                </a:extLst>
              </a:tr>
            </a:tbl>
          </a:graphicData>
        </a:graphic>
      </p:graphicFrame>
      <p:cxnSp>
        <p:nvCxnSpPr>
          <p:cNvPr id="125" name="직선 화살표 연결선 124">
            <a:extLst>
              <a:ext uri="{FF2B5EF4-FFF2-40B4-BE49-F238E27FC236}">
                <a16:creationId xmlns:a16="http://schemas.microsoft.com/office/drawing/2014/main" id="{3FDF1478-A8ED-44B6-9091-FF97C94FC3F7}"/>
              </a:ext>
            </a:extLst>
          </p:cNvPr>
          <p:cNvCxnSpPr>
            <a:cxnSpLocks/>
          </p:cNvCxnSpPr>
          <p:nvPr/>
        </p:nvCxnSpPr>
        <p:spPr>
          <a:xfrm flipV="1">
            <a:off x="2444641" y="907279"/>
            <a:ext cx="1032303" cy="208929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id="{E92C469F-ACEE-4B99-AE63-0C113FA14DF0}"/>
              </a:ext>
            </a:extLst>
          </p:cNvPr>
          <p:cNvCxnSpPr>
            <a:cxnSpLocks/>
          </p:cNvCxnSpPr>
          <p:nvPr/>
        </p:nvCxnSpPr>
        <p:spPr>
          <a:xfrm>
            <a:off x="2444641" y="1670667"/>
            <a:ext cx="1032303" cy="369919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46" name="표 8">
            <a:extLst>
              <a:ext uri="{FF2B5EF4-FFF2-40B4-BE49-F238E27FC236}">
                <a16:creationId xmlns:a16="http://schemas.microsoft.com/office/drawing/2014/main" id="{E87A9899-0FBA-4099-94E3-F3BC85FEAB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7349345"/>
              </p:ext>
            </p:extLst>
          </p:nvPr>
        </p:nvGraphicFramePr>
        <p:xfrm>
          <a:off x="2177199" y="2377598"/>
          <a:ext cx="477854" cy="9879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7854">
                  <a:extLst>
                    <a:ext uri="{9D8B030D-6E8A-4147-A177-3AD203B41FA5}">
                      <a16:colId xmlns:a16="http://schemas.microsoft.com/office/drawing/2014/main" val="3112511452"/>
                    </a:ext>
                  </a:extLst>
                </a:gridCol>
              </a:tblGrid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8718679"/>
                  </a:ext>
                </a:extLst>
              </a:tr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189920"/>
                  </a:ext>
                </a:extLst>
              </a:tr>
            </a:tbl>
          </a:graphicData>
        </a:graphic>
      </p:graphicFrame>
      <p:cxnSp>
        <p:nvCxnSpPr>
          <p:cNvPr id="147" name="직선 화살표 연결선 146">
            <a:extLst>
              <a:ext uri="{FF2B5EF4-FFF2-40B4-BE49-F238E27FC236}">
                <a16:creationId xmlns:a16="http://schemas.microsoft.com/office/drawing/2014/main" id="{58D76504-34B5-4253-A2F3-FA891B2CF0B3}"/>
              </a:ext>
            </a:extLst>
          </p:cNvPr>
          <p:cNvCxnSpPr>
            <a:cxnSpLocks/>
          </p:cNvCxnSpPr>
          <p:nvPr/>
        </p:nvCxnSpPr>
        <p:spPr>
          <a:xfrm flipV="1">
            <a:off x="2467967" y="1052684"/>
            <a:ext cx="1008977" cy="1520614"/>
          </a:xfrm>
          <a:prstGeom prst="straightConnector1">
            <a:avLst/>
          </a:prstGeom>
          <a:ln>
            <a:solidFill>
              <a:srgbClr val="FF0000"/>
            </a:solidFill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8" name="직선 화살표 연결선 147">
            <a:extLst>
              <a:ext uri="{FF2B5EF4-FFF2-40B4-BE49-F238E27FC236}">
                <a16:creationId xmlns:a16="http://schemas.microsoft.com/office/drawing/2014/main" id="{765EDF06-4DA1-41B3-B560-BA1C487EA365}"/>
              </a:ext>
            </a:extLst>
          </p:cNvPr>
          <p:cNvCxnSpPr>
            <a:cxnSpLocks/>
          </p:cNvCxnSpPr>
          <p:nvPr/>
        </p:nvCxnSpPr>
        <p:spPr>
          <a:xfrm flipV="1">
            <a:off x="2467967" y="2149725"/>
            <a:ext cx="910233" cy="978031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9" name="직선 화살표 연결선 118">
            <a:extLst>
              <a:ext uri="{FF2B5EF4-FFF2-40B4-BE49-F238E27FC236}">
                <a16:creationId xmlns:a16="http://schemas.microsoft.com/office/drawing/2014/main" id="{DD6408BA-CDA5-4409-9229-C779F58D260F}"/>
              </a:ext>
            </a:extLst>
          </p:cNvPr>
          <p:cNvCxnSpPr>
            <a:cxnSpLocks/>
            <a:endCxn id="81" idx="1"/>
          </p:cNvCxnSpPr>
          <p:nvPr/>
        </p:nvCxnSpPr>
        <p:spPr>
          <a:xfrm flipV="1">
            <a:off x="3801960" y="473704"/>
            <a:ext cx="1050598" cy="460512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2079162D-4A4C-40AE-896E-9842264E8EE0}"/>
              </a:ext>
            </a:extLst>
          </p:cNvPr>
          <p:cNvSpPr/>
          <p:nvPr/>
        </p:nvSpPr>
        <p:spPr>
          <a:xfrm>
            <a:off x="4852558" y="289038"/>
            <a:ext cx="58599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002060"/>
                </a:solidFill>
              </a:rPr>
              <a:t>-10</a:t>
            </a:r>
            <a:endParaRPr lang="ko-KR" altLang="en-US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2475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extBox 148">
            <a:extLst>
              <a:ext uri="{FF2B5EF4-FFF2-40B4-BE49-F238E27FC236}">
                <a16:creationId xmlns:a16="http://schemas.microsoft.com/office/drawing/2014/main" id="{2A380ABB-403B-4F20-BDED-8A2E3CC3F961}"/>
              </a:ext>
            </a:extLst>
          </p:cNvPr>
          <p:cNvSpPr txBox="1"/>
          <p:nvPr/>
        </p:nvSpPr>
        <p:spPr>
          <a:xfrm>
            <a:off x="693500" y="1131898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src</a:t>
            </a:r>
            <a:endParaRPr lang="ko-KR" altLang="en-US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DBA562BD-32A3-4188-A0F7-9D3049830E3F}"/>
              </a:ext>
            </a:extLst>
          </p:cNvPr>
          <p:cNvSpPr/>
          <p:nvPr/>
        </p:nvSpPr>
        <p:spPr>
          <a:xfrm>
            <a:off x="804561" y="1518420"/>
            <a:ext cx="58599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51" name="표 8">
            <a:extLst>
              <a:ext uri="{FF2B5EF4-FFF2-40B4-BE49-F238E27FC236}">
                <a16:creationId xmlns:a16="http://schemas.microsoft.com/office/drawing/2014/main" id="{65A3380B-BE5B-4178-A33B-ADBD0A1567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3639376"/>
              </p:ext>
            </p:extLst>
          </p:nvPr>
        </p:nvGraphicFramePr>
        <p:xfrm>
          <a:off x="2259549" y="1518420"/>
          <a:ext cx="488325" cy="9879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325">
                  <a:extLst>
                    <a:ext uri="{9D8B030D-6E8A-4147-A177-3AD203B41FA5}">
                      <a16:colId xmlns:a16="http://schemas.microsoft.com/office/drawing/2014/main" val="3112511452"/>
                    </a:ext>
                  </a:extLst>
                </a:gridCol>
              </a:tblGrid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8718679"/>
                  </a:ext>
                </a:extLst>
              </a:tr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189920"/>
                  </a:ext>
                </a:extLst>
              </a:tr>
            </a:tbl>
          </a:graphicData>
        </a:graphic>
      </p:graphicFrame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137E3985-9772-4650-82BA-064F09D61D7A}"/>
              </a:ext>
            </a:extLst>
          </p:cNvPr>
          <p:cNvSpPr/>
          <p:nvPr/>
        </p:nvSpPr>
        <p:spPr>
          <a:xfrm>
            <a:off x="4935610" y="1344423"/>
            <a:ext cx="58599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002060"/>
                </a:solidFill>
              </a:rPr>
              <a:t>1</a:t>
            </a:r>
            <a:endParaRPr lang="ko-KR" altLang="en-US" b="1" dirty="0">
              <a:solidFill>
                <a:srgbClr val="002060"/>
              </a:solidFill>
            </a:endParaRPr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6E8EB3A6-7CCB-43C7-B91A-CCA5668632C9}"/>
              </a:ext>
            </a:extLst>
          </p:cNvPr>
          <p:cNvSpPr/>
          <p:nvPr/>
        </p:nvSpPr>
        <p:spPr>
          <a:xfrm>
            <a:off x="4935610" y="1897960"/>
            <a:ext cx="58599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002060"/>
                </a:solidFill>
              </a:rPr>
              <a:t>2</a:t>
            </a:r>
            <a:endParaRPr lang="ko-KR" altLang="en-US" b="1" dirty="0">
              <a:solidFill>
                <a:srgbClr val="002060"/>
              </a:solidFill>
            </a:endParaRPr>
          </a:p>
        </p:txBody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93C60E95-828F-4594-BB2A-9AC524990A36}"/>
              </a:ext>
            </a:extLst>
          </p:cNvPr>
          <p:cNvSpPr/>
          <p:nvPr/>
        </p:nvSpPr>
        <p:spPr>
          <a:xfrm>
            <a:off x="4935610" y="2449871"/>
            <a:ext cx="58599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002060"/>
                </a:solidFill>
              </a:rPr>
              <a:t>3</a:t>
            </a:r>
            <a:endParaRPr lang="ko-KR" altLang="en-US" b="1" dirty="0">
              <a:solidFill>
                <a:srgbClr val="002060"/>
              </a:solidFill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03ED30F6-1C2D-4843-A0D2-60EB0840C401}"/>
              </a:ext>
            </a:extLst>
          </p:cNvPr>
          <p:cNvSpPr txBox="1"/>
          <p:nvPr/>
        </p:nvSpPr>
        <p:spPr>
          <a:xfrm>
            <a:off x="655430" y="3835795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dst</a:t>
            </a:r>
            <a:endParaRPr lang="ko-KR" altLang="en-US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435E24BA-8643-4FC4-8D45-16706038C900}"/>
              </a:ext>
            </a:extLst>
          </p:cNvPr>
          <p:cNvSpPr/>
          <p:nvPr/>
        </p:nvSpPr>
        <p:spPr>
          <a:xfrm>
            <a:off x="766491" y="4222317"/>
            <a:ext cx="58599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7" name="직선 화살표 연결선 156">
            <a:extLst>
              <a:ext uri="{FF2B5EF4-FFF2-40B4-BE49-F238E27FC236}">
                <a16:creationId xmlns:a16="http://schemas.microsoft.com/office/drawing/2014/main" id="{F6EFDF3A-7C4D-4A6D-A67E-CFD47DFF75FF}"/>
              </a:ext>
            </a:extLst>
          </p:cNvPr>
          <p:cNvCxnSpPr>
            <a:cxnSpLocks/>
          </p:cNvCxnSpPr>
          <p:nvPr/>
        </p:nvCxnSpPr>
        <p:spPr>
          <a:xfrm flipV="1">
            <a:off x="1122411" y="1703086"/>
            <a:ext cx="1137138" cy="7072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8" name="직선 화살표 연결선 157">
            <a:extLst>
              <a:ext uri="{FF2B5EF4-FFF2-40B4-BE49-F238E27FC236}">
                <a16:creationId xmlns:a16="http://schemas.microsoft.com/office/drawing/2014/main" id="{C6A82311-13F8-4564-BEC0-3D3AE24FF894}"/>
              </a:ext>
            </a:extLst>
          </p:cNvPr>
          <p:cNvCxnSpPr>
            <a:cxnSpLocks/>
          </p:cNvCxnSpPr>
          <p:nvPr/>
        </p:nvCxnSpPr>
        <p:spPr>
          <a:xfrm flipV="1">
            <a:off x="1084341" y="4406126"/>
            <a:ext cx="1114672" cy="859"/>
          </a:xfrm>
          <a:prstGeom prst="straightConnector1">
            <a:avLst/>
          </a:prstGeom>
          <a:ln>
            <a:solidFill>
              <a:srgbClr val="FF0000"/>
            </a:solidFill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6CD58D1B-279F-4B9B-B722-A454B2E5D2B4}"/>
              </a:ext>
            </a:extLst>
          </p:cNvPr>
          <p:cNvSpPr/>
          <p:nvPr/>
        </p:nvSpPr>
        <p:spPr>
          <a:xfrm>
            <a:off x="4935610" y="3001782"/>
            <a:ext cx="58599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002060"/>
                </a:solidFill>
              </a:rPr>
              <a:t>4</a:t>
            </a:r>
            <a:endParaRPr lang="ko-KR" altLang="en-US" b="1" dirty="0">
              <a:solidFill>
                <a:srgbClr val="002060"/>
              </a:solidFill>
            </a:endParaRPr>
          </a:p>
        </p:txBody>
      </p:sp>
      <p:graphicFrame>
        <p:nvGraphicFramePr>
          <p:cNvPr id="164" name="표 8">
            <a:extLst>
              <a:ext uri="{FF2B5EF4-FFF2-40B4-BE49-F238E27FC236}">
                <a16:creationId xmlns:a16="http://schemas.microsoft.com/office/drawing/2014/main" id="{393CF86E-9C37-418C-8F15-204A35569B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4433779"/>
              </p:ext>
            </p:extLst>
          </p:nvPr>
        </p:nvGraphicFramePr>
        <p:xfrm>
          <a:off x="3559997" y="1326076"/>
          <a:ext cx="488325" cy="9879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325">
                  <a:extLst>
                    <a:ext uri="{9D8B030D-6E8A-4147-A177-3AD203B41FA5}">
                      <a16:colId xmlns:a16="http://schemas.microsoft.com/office/drawing/2014/main" val="3112511452"/>
                    </a:ext>
                  </a:extLst>
                </a:gridCol>
              </a:tblGrid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8718679"/>
                  </a:ext>
                </a:extLst>
              </a:tr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189920"/>
                  </a:ext>
                </a:extLst>
              </a:tr>
            </a:tbl>
          </a:graphicData>
        </a:graphic>
      </p:graphicFrame>
      <p:graphicFrame>
        <p:nvGraphicFramePr>
          <p:cNvPr id="165" name="표 8">
            <a:extLst>
              <a:ext uri="{FF2B5EF4-FFF2-40B4-BE49-F238E27FC236}">
                <a16:creationId xmlns:a16="http://schemas.microsoft.com/office/drawing/2014/main" id="{719F3149-4584-4EA1-9CE6-0D158E3FDA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0717062"/>
              </p:ext>
            </p:extLst>
          </p:nvPr>
        </p:nvGraphicFramePr>
        <p:xfrm>
          <a:off x="3559996" y="2423117"/>
          <a:ext cx="488325" cy="9879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325">
                  <a:extLst>
                    <a:ext uri="{9D8B030D-6E8A-4147-A177-3AD203B41FA5}">
                      <a16:colId xmlns:a16="http://schemas.microsoft.com/office/drawing/2014/main" val="3112511452"/>
                    </a:ext>
                  </a:extLst>
                </a:gridCol>
              </a:tblGrid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8718679"/>
                  </a:ext>
                </a:extLst>
              </a:tr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189920"/>
                  </a:ext>
                </a:extLst>
              </a:tr>
            </a:tbl>
          </a:graphicData>
        </a:graphic>
      </p:graphicFrame>
      <p:cxnSp>
        <p:nvCxnSpPr>
          <p:cNvPr id="166" name="직선 화살표 연결선 165">
            <a:extLst>
              <a:ext uri="{FF2B5EF4-FFF2-40B4-BE49-F238E27FC236}">
                <a16:creationId xmlns:a16="http://schemas.microsoft.com/office/drawing/2014/main" id="{83010F50-2CD7-44D3-995B-9984AB3D8D8E}"/>
              </a:ext>
            </a:extLst>
          </p:cNvPr>
          <p:cNvCxnSpPr>
            <a:cxnSpLocks/>
          </p:cNvCxnSpPr>
          <p:nvPr/>
        </p:nvCxnSpPr>
        <p:spPr>
          <a:xfrm flipV="1">
            <a:off x="2527693" y="1501230"/>
            <a:ext cx="1032303" cy="208929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7" name="직선 화살표 연결선 166">
            <a:extLst>
              <a:ext uri="{FF2B5EF4-FFF2-40B4-BE49-F238E27FC236}">
                <a16:creationId xmlns:a16="http://schemas.microsoft.com/office/drawing/2014/main" id="{AC13C64B-42C0-4917-8412-AA4BCF1410F3}"/>
              </a:ext>
            </a:extLst>
          </p:cNvPr>
          <p:cNvCxnSpPr>
            <a:cxnSpLocks/>
          </p:cNvCxnSpPr>
          <p:nvPr/>
        </p:nvCxnSpPr>
        <p:spPr>
          <a:xfrm>
            <a:off x="2527693" y="2264618"/>
            <a:ext cx="1032303" cy="369919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68" name="표 8">
            <a:extLst>
              <a:ext uri="{FF2B5EF4-FFF2-40B4-BE49-F238E27FC236}">
                <a16:creationId xmlns:a16="http://schemas.microsoft.com/office/drawing/2014/main" id="{FE98B8E6-8577-42FE-B71E-DBF7655A06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7030967"/>
              </p:ext>
            </p:extLst>
          </p:nvPr>
        </p:nvGraphicFramePr>
        <p:xfrm>
          <a:off x="2222181" y="4221460"/>
          <a:ext cx="477854" cy="9879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7854">
                  <a:extLst>
                    <a:ext uri="{9D8B030D-6E8A-4147-A177-3AD203B41FA5}">
                      <a16:colId xmlns:a16="http://schemas.microsoft.com/office/drawing/2014/main" val="3112511452"/>
                    </a:ext>
                  </a:extLst>
                </a:gridCol>
              </a:tblGrid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8718679"/>
                  </a:ext>
                </a:extLst>
              </a:tr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189920"/>
                  </a:ext>
                </a:extLst>
              </a:tr>
            </a:tbl>
          </a:graphicData>
        </a:graphic>
      </p:graphicFrame>
      <p:cxnSp>
        <p:nvCxnSpPr>
          <p:cNvPr id="169" name="직선 화살표 연결선 168">
            <a:extLst>
              <a:ext uri="{FF2B5EF4-FFF2-40B4-BE49-F238E27FC236}">
                <a16:creationId xmlns:a16="http://schemas.microsoft.com/office/drawing/2014/main" id="{4D50B26F-4E6F-4332-B8BA-1D14A762D525}"/>
              </a:ext>
            </a:extLst>
          </p:cNvPr>
          <p:cNvCxnSpPr>
            <a:cxnSpLocks/>
          </p:cNvCxnSpPr>
          <p:nvPr/>
        </p:nvCxnSpPr>
        <p:spPr>
          <a:xfrm flipV="1">
            <a:off x="2527692" y="4152900"/>
            <a:ext cx="994235" cy="253227"/>
          </a:xfrm>
          <a:prstGeom prst="straightConnector1">
            <a:avLst/>
          </a:prstGeom>
          <a:ln>
            <a:solidFill>
              <a:srgbClr val="FF0000"/>
            </a:solidFill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0" name="직선 화살표 연결선 169">
            <a:extLst>
              <a:ext uri="{FF2B5EF4-FFF2-40B4-BE49-F238E27FC236}">
                <a16:creationId xmlns:a16="http://schemas.microsoft.com/office/drawing/2014/main" id="{5C5FA0FE-236F-4ED2-AA32-E7615E8C86CE}"/>
              </a:ext>
            </a:extLst>
          </p:cNvPr>
          <p:cNvCxnSpPr>
            <a:cxnSpLocks/>
          </p:cNvCxnSpPr>
          <p:nvPr/>
        </p:nvCxnSpPr>
        <p:spPr>
          <a:xfrm flipV="1">
            <a:off x="2524028" y="4998492"/>
            <a:ext cx="986427" cy="1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85" name="표 8">
            <a:extLst>
              <a:ext uri="{FF2B5EF4-FFF2-40B4-BE49-F238E27FC236}">
                <a16:creationId xmlns:a16="http://schemas.microsoft.com/office/drawing/2014/main" id="{1A711D26-7CA9-4BDF-B757-02E026E213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4734315"/>
              </p:ext>
            </p:extLst>
          </p:nvPr>
        </p:nvGraphicFramePr>
        <p:xfrm>
          <a:off x="3559997" y="3839858"/>
          <a:ext cx="488325" cy="9879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325">
                  <a:extLst>
                    <a:ext uri="{9D8B030D-6E8A-4147-A177-3AD203B41FA5}">
                      <a16:colId xmlns:a16="http://schemas.microsoft.com/office/drawing/2014/main" val="3112511452"/>
                    </a:ext>
                  </a:extLst>
                </a:gridCol>
              </a:tblGrid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8718679"/>
                  </a:ext>
                </a:extLst>
              </a:tr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189920"/>
                  </a:ext>
                </a:extLst>
              </a:tr>
            </a:tbl>
          </a:graphicData>
        </a:graphic>
      </p:graphicFrame>
      <p:graphicFrame>
        <p:nvGraphicFramePr>
          <p:cNvPr id="87" name="표 8">
            <a:extLst>
              <a:ext uri="{FF2B5EF4-FFF2-40B4-BE49-F238E27FC236}">
                <a16:creationId xmlns:a16="http://schemas.microsoft.com/office/drawing/2014/main" id="{87B33F0F-8859-4896-A5C4-FA35D3E656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2902979"/>
              </p:ext>
            </p:extLst>
          </p:nvPr>
        </p:nvGraphicFramePr>
        <p:xfrm>
          <a:off x="3559996" y="4936899"/>
          <a:ext cx="488325" cy="9879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325">
                  <a:extLst>
                    <a:ext uri="{9D8B030D-6E8A-4147-A177-3AD203B41FA5}">
                      <a16:colId xmlns:a16="http://schemas.microsoft.com/office/drawing/2014/main" val="3112511452"/>
                    </a:ext>
                  </a:extLst>
                </a:gridCol>
              </a:tblGrid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8718679"/>
                  </a:ext>
                </a:extLst>
              </a:tr>
              <a:tr h="49395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189920"/>
                  </a:ext>
                </a:extLst>
              </a:tr>
            </a:tbl>
          </a:graphicData>
        </a:graphic>
      </p:graphicFrame>
      <p:cxnSp>
        <p:nvCxnSpPr>
          <p:cNvPr id="160" name="직선 화살표 연결선 159">
            <a:extLst>
              <a:ext uri="{FF2B5EF4-FFF2-40B4-BE49-F238E27FC236}">
                <a16:creationId xmlns:a16="http://schemas.microsoft.com/office/drawing/2014/main" id="{8FB8E976-77ED-4930-8F7E-3634FD926A3F}"/>
              </a:ext>
            </a:extLst>
          </p:cNvPr>
          <p:cNvCxnSpPr>
            <a:cxnSpLocks/>
            <a:endCxn id="127" idx="1"/>
          </p:cNvCxnSpPr>
          <p:nvPr/>
        </p:nvCxnSpPr>
        <p:spPr>
          <a:xfrm flipV="1">
            <a:off x="3885012" y="1060970"/>
            <a:ext cx="1050598" cy="467196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1" name="직선 화살표 연결선 160">
            <a:extLst>
              <a:ext uri="{FF2B5EF4-FFF2-40B4-BE49-F238E27FC236}">
                <a16:creationId xmlns:a16="http://schemas.microsoft.com/office/drawing/2014/main" id="{4EC52546-1F43-435A-BFDF-06D507FF7FAF}"/>
              </a:ext>
            </a:extLst>
          </p:cNvPr>
          <p:cNvCxnSpPr>
            <a:cxnSpLocks/>
            <a:endCxn id="153" idx="1"/>
          </p:cNvCxnSpPr>
          <p:nvPr/>
        </p:nvCxnSpPr>
        <p:spPr>
          <a:xfrm>
            <a:off x="3885012" y="2082626"/>
            <a:ext cx="1050598" cy="0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2" name="직선 화살표 연결선 161">
            <a:extLst>
              <a:ext uri="{FF2B5EF4-FFF2-40B4-BE49-F238E27FC236}">
                <a16:creationId xmlns:a16="http://schemas.microsoft.com/office/drawing/2014/main" id="{73DAB3A9-FBC0-410C-8721-8D873823A092}"/>
              </a:ext>
            </a:extLst>
          </p:cNvPr>
          <p:cNvCxnSpPr>
            <a:cxnSpLocks/>
            <a:endCxn id="154" idx="1"/>
          </p:cNvCxnSpPr>
          <p:nvPr/>
        </p:nvCxnSpPr>
        <p:spPr>
          <a:xfrm>
            <a:off x="3885012" y="2634537"/>
            <a:ext cx="1050598" cy="0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3" name="직선 화살표 연결선 162">
            <a:extLst>
              <a:ext uri="{FF2B5EF4-FFF2-40B4-BE49-F238E27FC236}">
                <a16:creationId xmlns:a16="http://schemas.microsoft.com/office/drawing/2014/main" id="{6E4893DA-8AFD-4000-ADFE-191D0C8F5CF9}"/>
              </a:ext>
            </a:extLst>
          </p:cNvPr>
          <p:cNvCxnSpPr>
            <a:cxnSpLocks/>
            <a:endCxn id="159" idx="1"/>
          </p:cNvCxnSpPr>
          <p:nvPr/>
        </p:nvCxnSpPr>
        <p:spPr>
          <a:xfrm>
            <a:off x="3885012" y="3172028"/>
            <a:ext cx="1050598" cy="14420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FA9258D0-C1D5-45F7-AB72-D23582349383}"/>
              </a:ext>
            </a:extLst>
          </p:cNvPr>
          <p:cNvCxnSpPr>
            <a:cxnSpLocks/>
          </p:cNvCxnSpPr>
          <p:nvPr/>
        </p:nvCxnSpPr>
        <p:spPr>
          <a:xfrm flipV="1">
            <a:off x="3885012" y="1653787"/>
            <a:ext cx="1023272" cy="2388161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0845B57F-9751-49C0-81D9-7F8903FAAC56}"/>
              </a:ext>
            </a:extLst>
          </p:cNvPr>
          <p:cNvCxnSpPr>
            <a:cxnSpLocks/>
          </p:cNvCxnSpPr>
          <p:nvPr/>
        </p:nvCxnSpPr>
        <p:spPr>
          <a:xfrm flipV="1">
            <a:off x="3885012" y="2264618"/>
            <a:ext cx="1050598" cy="2331790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B398C8D8-AB27-426B-866F-DDBCABB7ECF6}"/>
              </a:ext>
            </a:extLst>
          </p:cNvPr>
          <p:cNvCxnSpPr>
            <a:cxnSpLocks/>
          </p:cNvCxnSpPr>
          <p:nvPr/>
        </p:nvCxnSpPr>
        <p:spPr>
          <a:xfrm flipV="1">
            <a:off x="3885012" y="2917068"/>
            <a:ext cx="1023272" cy="2231251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F1EFCCF5-044D-436B-B0B1-5855B5D77C92}"/>
              </a:ext>
            </a:extLst>
          </p:cNvPr>
          <p:cNvCxnSpPr>
            <a:cxnSpLocks/>
          </p:cNvCxnSpPr>
          <p:nvPr/>
        </p:nvCxnSpPr>
        <p:spPr>
          <a:xfrm flipV="1">
            <a:off x="3885012" y="3418473"/>
            <a:ext cx="1050598" cy="2267337"/>
          </a:xfrm>
          <a:prstGeom prst="straightConnector1">
            <a:avLst/>
          </a:prstGeom>
          <a:ln>
            <a:headEnd type="oval" w="lg" len="lg"/>
            <a:tailEnd type="arrow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CA0EABD8-70EB-43D7-951F-CEA8B90B2997}"/>
              </a:ext>
            </a:extLst>
          </p:cNvPr>
          <p:cNvSpPr/>
          <p:nvPr/>
        </p:nvSpPr>
        <p:spPr>
          <a:xfrm>
            <a:off x="4935610" y="876304"/>
            <a:ext cx="58599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002060"/>
                </a:solidFill>
              </a:rPr>
              <a:t>-10</a:t>
            </a:r>
            <a:endParaRPr lang="ko-KR" altLang="en-US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0898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218E4A05-F79B-8A18-7BA6-CDEC6073B909}"/>
              </a:ext>
            </a:extLst>
          </p:cNvPr>
          <p:cNvCxnSpPr>
            <a:cxnSpLocks/>
          </p:cNvCxnSpPr>
          <p:nvPr/>
        </p:nvCxnSpPr>
        <p:spPr>
          <a:xfrm>
            <a:off x="3333080" y="1737117"/>
            <a:ext cx="14444" cy="26278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66839D6E-2D5E-A156-3922-E8E9B584726B}"/>
              </a:ext>
            </a:extLst>
          </p:cNvPr>
          <p:cNvCxnSpPr>
            <a:cxnSpLocks/>
          </p:cNvCxnSpPr>
          <p:nvPr/>
        </p:nvCxnSpPr>
        <p:spPr>
          <a:xfrm>
            <a:off x="5810509" y="1680807"/>
            <a:ext cx="3357" cy="252871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46AC8E0-8A2C-C2C2-A9B9-59B32A863E3A}"/>
              </a:ext>
            </a:extLst>
          </p:cNvPr>
          <p:cNvSpPr txBox="1"/>
          <p:nvPr/>
        </p:nvSpPr>
        <p:spPr>
          <a:xfrm>
            <a:off x="887062" y="1681977"/>
            <a:ext cx="2528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working directory</a:t>
            </a:r>
            <a:endParaRPr lang="ko-KR" altLang="en-US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0236CE-CB7C-BE39-9C2A-40C7161670A6}"/>
              </a:ext>
            </a:extLst>
          </p:cNvPr>
          <p:cNvSpPr txBox="1"/>
          <p:nvPr/>
        </p:nvSpPr>
        <p:spPr>
          <a:xfrm>
            <a:off x="3668370" y="1727459"/>
            <a:ext cx="183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staging area</a:t>
            </a:r>
            <a:endParaRPr lang="ko-KR" altLang="en-US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BBBA5D-C0C4-5744-C8EC-5B661B7B3CF1}"/>
              </a:ext>
            </a:extLst>
          </p:cNvPr>
          <p:cNvSpPr txBox="1"/>
          <p:nvPr/>
        </p:nvSpPr>
        <p:spPr>
          <a:xfrm>
            <a:off x="5961634" y="1707938"/>
            <a:ext cx="2390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Local Repository</a:t>
            </a:r>
            <a:endParaRPr lang="ko-KR" altLang="en-US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E39B755-BD32-9522-8378-5A8A7AEA7859}"/>
              </a:ext>
            </a:extLst>
          </p:cNvPr>
          <p:cNvSpPr/>
          <p:nvPr/>
        </p:nvSpPr>
        <p:spPr>
          <a:xfrm>
            <a:off x="1467136" y="2639740"/>
            <a:ext cx="988674" cy="63019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a.txt</a:t>
            </a:r>
            <a:endParaRPr lang="ko-KR" altLang="en-US" sz="1600" dirty="0">
              <a:solidFill>
                <a:schemeClr val="tx1"/>
              </a:solidFill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CB9CF5A6-9CE4-91DD-E1A4-8DD3E111A18C}"/>
              </a:ext>
            </a:extLst>
          </p:cNvPr>
          <p:cNvSpPr/>
          <p:nvPr/>
        </p:nvSpPr>
        <p:spPr>
          <a:xfrm>
            <a:off x="4143003" y="2630065"/>
            <a:ext cx="1173038" cy="63019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a.txt </a:t>
            </a:r>
            <a:r>
              <a:rPr lang="ko-KR" altLang="en-US" sz="1600" dirty="0">
                <a:solidFill>
                  <a:schemeClr val="tx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등록</a:t>
            </a:r>
            <a:endParaRPr lang="ko-KR" altLang="en-US" sz="1600" dirty="0">
              <a:solidFill>
                <a:schemeClr val="tx1"/>
              </a:solidFill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24CFE1C-1988-A2E1-C36B-6F4BC8F08C6E}"/>
              </a:ext>
            </a:extLst>
          </p:cNvPr>
          <p:cNvSpPr/>
          <p:nvPr/>
        </p:nvSpPr>
        <p:spPr>
          <a:xfrm>
            <a:off x="6642910" y="2770684"/>
            <a:ext cx="1115881" cy="63019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commit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3145E5-6205-6A34-22B9-446112A9A5D6}"/>
              </a:ext>
            </a:extLst>
          </p:cNvPr>
          <p:cNvSpPr txBox="1"/>
          <p:nvPr/>
        </p:nvSpPr>
        <p:spPr>
          <a:xfrm>
            <a:off x="2743143" y="2186154"/>
            <a:ext cx="1238623" cy="369332"/>
          </a:xfrm>
          <a:prstGeom prst="homePlate">
            <a:avLst/>
          </a:prstGeom>
          <a:solidFill>
            <a:srgbClr val="002060"/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b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defRPr>
            </a:lvl1pPr>
          </a:lstStyle>
          <a:p>
            <a:r>
              <a:rPr lang="en-US" altLang="ko-KR" dirty="0"/>
              <a:t>git add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1530B32-422D-EC5A-FB47-782A3DA2712C}"/>
              </a:ext>
            </a:extLst>
          </p:cNvPr>
          <p:cNvSpPr txBox="1"/>
          <p:nvPr/>
        </p:nvSpPr>
        <p:spPr>
          <a:xfrm>
            <a:off x="5316041" y="2146092"/>
            <a:ext cx="1653959" cy="369332"/>
          </a:xfrm>
          <a:prstGeom prst="homePlate">
            <a:avLst/>
          </a:prstGeom>
          <a:solidFill>
            <a:srgbClr val="002060"/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b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defRPr>
            </a:lvl1pPr>
          </a:lstStyle>
          <a:p>
            <a:r>
              <a:rPr lang="en-US" altLang="ko-KR" dirty="0"/>
              <a:t>git commit</a:t>
            </a:r>
            <a:endParaRPr lang="ko-KR" altLang="en-US" dirty="0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1A5F7FE9-CA25-3EC7-84B2-6AE15B7F621E}"/>
              </a:ext>
            </a:extLst>
          </p:cNvPr>
          <p:cNvSpPr/>
          <p:nvPr/>
        </p:nvSpPr>
        <p:spPr>
          <a:xfrm>
            <a:off x="914400" y="1614311"/>
            <a:ext cx="7596544" cy="2839600"/>
          </a:xfrm>
          <a:prstGeom prst="roundRect">
            <a:avLst/>
          </a:prstGeom>
          <a:noFill/>
          <a:ln w="31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9C157A3-48AC-6AA4-B55C-6FB3ED00F5E7}"/>
              </a:ext>
            </a:extLst>
          </p:cNvPr>
          <p:cNvSpPr txBox="1"/>
          <p:nvPr/>
        </p:nvSpPr>
        <p:spPr>
          <a:xfrm>
            <a:off x="1002938" y="1273588"/>
            <a:ext cx="1287532" cy="369332"/>
          </a:xfrm>
          <a:prstGeom prst="rect">
            <a:avLst/>
          </a:prstGeom>
          <a:solidFill>
            <a:srgbClr val="002060"/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b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defRPr>
            </a:lvl1pPr>
          </a:lstStyle>
          <a:p>
            <a:r>
              <a:rPr lang="en-US" altLang="ko-KR"/>
              <a:t>git </a:t>
            </a:r>
            <a:r>
              <a:rPr lang="en-US" altLang="ko-KR" dirty="0" err="1"/>
              <a:t>init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8F7F062-E9BC-57B9-39E6-62DD43C1F9BE}"/>
              </a:ext>
            </a:extLst>
          </p:cNvPr>
          <p:cNvSpPr txBox="1"/>
          <p:nvPr/>
        </p:nvSpPr>
        <p:spPr>
          <a:xfrm>
            <a:off x="2092751" y="3995641"/>
            <a:ext cx="2486578" cy="3385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00206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등록확인</a:t>
            </a:r>
            <a:r>
              <a:rPr lang="en-US" altLang="ko-KR" sz="1600" b="1" dirty="0">
                <a:solidFill>
                  <a:srgbClr val="00206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&gt; git status</a:t>
            </a:r>
            <a:endParaRPr lang="ko-KR" altLang="en-US" sz="1600" b="1" dirty="0">
              <a:solidFill>
                <a:srgbClr val="002060"/>
              </a:solidFill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E8AA7D-CE07-A1FC-399A-2274B1DC8C8A}"/>
              </a:ext>
            </a:extLst>
          </p:cNvPr>
          <p:cNvSpPr txBox="1"/>
          <p:nvPr/>
        </p:nvSpPr>
        <p:spPr>
          <a:xfrm>
            <a:off x="5911857" y="4000513"/>
            <a:ext cx="2116285" cy="3385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1600" b="1" dirty="0" err="1">
                <a:solidFill>
                  <a:srgbClr val="00206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커밋확인</a:t>
            </a:r>
            <a:r>
              <a:rPr lang="en-US" altLang="ko-KR" sz="1600" b="1" dirty="0">
                <a:solidFill>
                  <a:srgbClr val="00206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&gt; git log</a:t>
            </a:r>
            <a:endParaRPr lang="ko-KR" altLang="en-US" sz="1600" b="1" dirty="0">
              <a:solidFill>
                <a:srgbClr val="002060"/>
              </a:solidFill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F33AC23F-A226-3F13-249A-1245C943089D}"/>
              </a:ext>
            </a:extLst>
          </p:cNvPr>
          <p:cNvSpPr/>
          <p:nvPr/>
        </p:nvSpPr>
        <p:spPr>
          <a:xfrm>
            <a:off x="8872659" y="1680807"/>
            <a:ext cx="2748522" cy="2839600"/>
          </a:xfrm>
          <a:prstGeom prst="roundRect">
            <a:avLst/>
          </a:prstGeom>
          <a:noFill/>
          <a:ln w="31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1777F2-1812-F163-4D52-CD62A0158A2E}"/>
              </a:ext>
            </a:extLst>
          </p:cNvPr>
          <p:cNvSpPr txBox="1"/>
          <p:nvPr/>
        </p:nvSpPr>
        <p:spPr>
          <a:xfrm>
            <a:off x="9030826" y="1768246"/>
            <a:ext cx="2528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Remote Repository</a:t>
            </a:r>
            <a:endParaRPr lang="ko-KR" altLang="en-US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5B38444C-80AF-8BCF-DA30-E1E93F840532}"/>
              </a:ext>
            </a:extLst>
          </p:cNvPr>
          <p:cNvSpPr/>
          <p:nvPr/>
        </p:nvSpPr>
        <p:spPr>
          <a:xfrm>
            <a:off x="9885471" y="2751697"/>
            <a:ext cx="1115881" cy="63019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commit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60F418B-0666-7295-DB02-E3A59B180DEC}"/>
              </a:ext>
            </a:extLst>
          </p:cNvPr>
          <p:cNvSpPr txBox="1"/>
          <p:nvPr/>
        </p:nvSpPr>
        <p:spPr>
          <a:xfrm>
            <a:off x="8185311" y="2362673"/>
            <a:ext cx="1374696" cy="369332"/>
          </a:xfrm>
          <a:prstGeom prst="homePlate">
            <a:avLst/>
          </a:prstGeom>
          <a:solidFill>
            <a:srgbClr val="002060"/>
          </a:solidFill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git push</a:t>
            </a:r>
            <a:endParaRPr lang="ko-KR" altLang="en-US" b="1" dirty="0">
              <a:solidFill>
                <a:schemeClr val="bg1"/>
              </a:solidFill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FA179DC-C610-6DB5-57A4-F0D2C282E5B4}"/>
              </a:ext>
            </a:extLst>
          </p:cNvPr>
          <p:cNvSpPr txBox="1"/>
          <p:nvPr/>
        </p:nvSpPr>
        <p:spPr>
          <a:xfrm flipH="1">
            <a:off x="8120506" y="3144326"/>
            <a:ext cx="1374696" cy="369332"/>
          </a:xfrm>
          <a:prstGeom prst="homePlate">
            <a:avLst/>
          </a:prstGeom>
          <a:solidFill>
            <a:srgbClr val="002060"/>
          </a:solidFill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git pull</a:t>
            </a:r>
            <a:endParaRPr lang="ko-KR" altLang="en-US" b="1" dirty="0">
              <a:solidFill>
                <a:schemeClr val="bg1"/>
              </a:solidFill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1746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FB56C22-1E60-022C-BB72-7C3C69B9FFDB}"/>
              </a:ext>
            </a:extLst>
          </p:cNvPr>
          <p:cNvSpPr txBox="1"/>
          <p:nvPr/>
        </p:nvSpPr>
        <p:spPr>
          <a:xfrm>
            <a:off x="1761794" y="340853"/>
            <a:ext cx="22781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로컬 저장소에서 작업</a:t>
            </a:r>
            <a:endParaRPr lang="ko-KR" altLang="en-US" sz="1600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3547F3E-B9CE-9CA5-0D16-4D2456582E00}"/>
              </a:ext>
            </a:extLst>
          </p:cNvPr>
          <p:cNvSpPr/>
          <p:nvPr/>
        </p:nvSpPr>
        <p:spPr>
          <a:xfrm>
            <a:off x="3358421" y="1439560"/>
            <a:ext cx="1115881" cy="51218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commit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468739-3756-22A9-4402-E73B6A884056}"/>
              </a:ext>
            </a:extLst>
          </p:cNvPr>
          <p:cNvSpPr txBox="1"/>
          <p:nvPr/>
        </p:nvSpPr>
        <p:spPr>
          <a:xfrm>
            <a:off x="1572449" y="1570636"/>
            <a:ext cx="1563248" cy="338554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b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defRPr>
            </a:lvl1pPr>
          </a:lstStyle>
          <a:p>
            <a:r>
              <a:rPr lang="en-US" altLang="ko-KR" sz="1600" dirty="0"/>
              <a:t>git add</a:t>
            </a:r>
            <a:endParaRPr lang="ko-KR" altLang="en-US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736631-E6F0-C605-3754-B8CC71162FA0}"/>
              </a:ext>
            </a:extLst>
          </p:cNvPr>
          <p:cNvSpPr txBox="1"/>
          <p:nvPr/>
        </p:nvSpPr>
        <p:spPr>
          <a:xfrm>
            <a:off x="1572449" y="2038268"/>
            <a:ext cx="1563248" cy="338554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b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defRPr>
            </a:lvl1pPr>
          </a:lstStyle>
          <a:p>
            <a:r>
              <a:rPr lang="en-US" altLang="ko-KR" sz="1600" dirty="0"/>
              <a:t>git commit</a:t>
            </a:r>
            <a:endParaRPr lang="ko-KR" altLang="en-US" sz="1600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C32213D0-8EC8-F915-1668-635481F9D21D}"/>
              </a:ext>
            </a:extLst>
          </p:cNvPr>
          <p:cNvSpPr/>
          <p:nvPr/>
        </p:nvSpPr>
        <p:spPr>
          <a:xfrm>
            <a:off x="1264355" y="760334"/>
            <a:ext cx="3840805" cy="1834144"/>
          </a:xfrm>
          <a:prstGeom prst="roundRect">
            <a:avLst/>
          </a:prstGeom>
          <a:noFill/>
          <a:ln w="31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356FE9-8B16-38D2-A31E-CB4A6B259758}"/>
              </a:ext>
            </a:extLst>
          </p:cNvPr>
          <p:cNvSpPr txBox="1"/>
          <p:nvPr/>
        </p:nvSpPr>
        <p:spPr>
          <a:xfrm>
            <a:off x="1572449" y="1101006"/>
            <a:ext cx="1563248" cy="338554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b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defRPr>
            </a:lvl1pPr>
          </a:lstStyle>
          <a:p>
            <a:r>
              <a:rPr lang="en-US" altLang="ko-KR" sz="1600" dirty="0"/>
              <a:t>git </a:t>
            </a:r>
            <a:r>
              <a:rPr lang="en-US" altLang="ko-KR" sz="1600" dirty="0" err="1"/>
              <a:t>init</a:t>
            </a:r>
            <a:endParaRPr lang="ko-KR" altLang="en-US" sz="1600" dirty="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AE07DEB-8C0F-1367-6F2C-19DD17001D81}"/>
              </a:ext>
            </a:extLst>
          </p:cNvPr>
          <p:cNvSpPr/>
          <p:nvPr/>
        </p:nvSpPr>
        <p:spPr>
          <a:xfrm>
            <a:off x="6262721" y="786516"/>
            <a:ext cx="3660212" cy="1834144"/>
          </a:xfrm>
          <a:prstGeom prst="roundRect">
            <a:avLst/>
          </a:prstGeom>
          <a:noFill/>
          <a:ln w="31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1BB0BA-1EE2-F084-35A7-604BF7614BB2}"/>
              </a:ext>
            </a:extLst>
          </p:cNvPr>
          <p:cNvSpPr txBox="1"/>
          <p:nvPr/>
        </p:nvSpPr>
        <p:spPr>
          <a:xfrm>
            <a:off x="6956626" y="1382129"/>
            <a:ext cx="21964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빈 원격 저장소 생성</a:t>
            </a:r>
            <a:endParaRPr lang="en-US" altLang="ko-KR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r>
              <a:rPr lang="en-US" altLang="ko-KR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- </a:t>
            </a:r>
            <a:r>
              <a:rPr lang="ko-KR" altLang="en-US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커밋이</a:t>
            </a:r>
            <a:r>
              <a:rPr lang="ko-KR" altLang="en-US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없는 상태</a:t>
            </a:r>
            <a:endParaRPr lang="ko-KR" altLang="en-US" sz="1600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CDAB2A2-017E-ED9D-8A8A-026452A063AB}"/>
              </a:ext>
            </a:extLst>
          </p:cNvPr>
          <p:cNvSpPr txBox="1"/>
          <p:nvPr/>
        </p:nvSpPr>
        <p:spPr>
          <a:xfrm>
            <a:off x="4843081" y="1767052"/>
            <a:ext cx="1563248" cy="338554"/>
          </a:xfrm>
          <a:prstGeom prst="homePlate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git push</a:t>
            </a:r>
            <a:endParaRPr lang="ko-KR" altLang="en-US" sz="1600" b="1" dirty="0">
              <a:solidFill>
                <a:schemeClr val="bg1"/>
              </a:solidFill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9CC9E8D4-C786-264D-5AD3-BB7C39358D33}"/>
              </a:ext>
            </a:extLst>
          </p:cNvPr>
          <p:cNvSpPr/>
          <p:nvPr/>
        </p:nvSpPr>
        <p:spPr>
          <a:xfrm>
            <a:off x="1264354" y="305016"/>
            <a:ext cx="413247" cy="36933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</a:rPr>
              <a:t>1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F2EF1D39-3CAC-9E39-626C-9E9D082E9157}"/>
              </a:ext>
            </a:extLst>
          </p:cNvPr>
          <p:cNvSpPr/>
          <p:nvPr/>
        </p:nvSpPr>
        <p:spPr>
          <a:xfrm>
            <a:off x="6543379" y="1382129"/>
            <a:ext cx="413247" cy="36933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</a:rPr>
              <a:t>2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D95A2ED0-7ADB-C890-B884-E5E261F891B8}"/>
              </a:ext>
            </a:extLst>
          </p:cNvPr>
          <p:cNvSpPr/>
          <p:nvPr/>
        </p:nvSpPr>
        <p:spPr>
          <a:xfrm>
            <a:off x="1264354" y="2620660"/>
            <a:ext cx="413247" cy="36933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</a:rPr>
              <a:t>3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906DB73-5C9F-CC3F-CD83-C1227B766E80}"/>
              </a:ext>
            </a:extLst>
          </p:cNvPr>
          <p:cNvSpPr txBox="1"/>
          <p:nvPr/>
        </p:nvSpPr>
        <p:spPr>
          <a:xfrm>
            <a:off x="1846555" y="2620660"/>
            <a:ext cx="18678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원격 저장소 등록</a:t>
            </a:r>
            <a:endParaRPr lang="ko-KR" altLang="en-US" sz="1600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B58D7F-6993-5A34-081C-7486087F1A98}"/>
              </a:ext>
            </a:extLst>
          </p:cNvPr>
          <p:cNvSpPr txBox="1"/>
          <p:nvPr/>
        </p:nvSpPr>
        <p:spPr>
          <a:xfrm>
            <a:off x="1902457" y="2989992"/>
            <a:ext cx="2248248" cy="338554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b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defRPr>
            </a:lvl1pPr>
          </a:lstStyle>
          <a:p>
            <a:r>
              <a:rPr lang="en-US" altLang="ko-KR" sz="1600" dirty="0"/>
              <a:t>git remote</a:t>
            </a:r>
            <a:r>
              <a:rPr lang="ko-KR" altLang="en-US" sz="1600" dirty="0"/>
              <a:t> </a:t>
            </a:r>
            <a:r>
              <a:rPr lang="en-US" altLang="ko-KR" sz="1600" dirty="0"/>
              <a:t>add</a:t>
            </a:r>
            <a:endParaRPr lang="ko-KR" altLang="en-US" sz="1600" dirty="0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840255C2-D368-03C2-129D-E7F66FB4028D}"/>
              </a:ext>
            </a:extLst>
          </p:cNvPr>
          <p:cNvSpPr/>
          <p:nvPr/>
        </p:nvSpPr>
        <p:spPr>
          <a:xfrm>
            <a:off x="5270797" y="2178467"/>
            <a:ext cx="413247" cy="36933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</a:rPr>
              <a:t>4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D405B02C-6EEC-5725-4F0A-12A53E792A10}"/>
              </a:ext>
            </a:extLst>
          </p:cNvPr>
          <p:cNvSpPr/>
          <p:nvPr/>
        </p:nvSpPr>
        <p:spPr>
          <a:xfrm>
            <a:off x="1241629" y="4318075"/>
            <a:ext cx="3863531" cy="1834144"/>
          </a:xfrm>
          <a:prstGeom prst="roundRect">
            <a:avLst/>
          </a:prstGeom>
          <a:noFill/>
          <a:ln w="31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A5A4B53E-85A7-637E-2580-A377D964BAED}"/>
              </a:ext>
            </a:extLst>
          </p:cNvPr>
          <p:cNvSpPr/>
          <p:nvPr/>
        </p:nvSpPr>
        <p:spPr>
          <a:xfrm>
            <a:off x="6096000" y="4301858"/>
            <a:ext cx="3768927" cy="1834144"/>
          </a:xfrm>
          <a:prstGeom prst="roundRect">
            <a:avLst/>
          </a:prstGeom>
          <a:noFill/>
          <a:ln w="31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558ED1B-EC61-232C-B12E-1C44CAF8D899}"/>
              </a:ext>
            </a:extLst>
          </p:cNvPr>
          <p:cNvSpPr txBox="1"/>
          <p:nvPr/>
        </p:nvSpPr>
        <p:spPr>
          <a:xfrm>
            <a:off x="6903333" y="4509116"/>
            <a:ext cx="28082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JetBrains Mono" panose="02000009000000000000" pitchFamily="49" charset="0"/>
                <a:cs typeface="JetBrains Mono" panose="02000009000000000000" pitchFamily="49" charset="0"/>
              </a:rPr>
              <a:t>원격 저장소 생성</a:t>
            </a:r>
            <a:endParaRPr lang="en-US" altLang="ko-KR" sz="1600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  <a:p>
            <a:r>
              <a:rPr lang="en-US" altLang="ko-KR" sz="1600" dirty="0">
                <a:latin typeface="JetBrains Mono" panose="02000009000000000000" pitchFamily="49" charset="0"/>
                <a:cs typeface="JetBrains Mono" panose="02000009000000000000" pitchFamily="49" charset="0"/>
              </a:rPr>
              <a:t>- readme.md </a:t>
            </a:r>
            <a:r>
              <a:rPr lang="ko-KR" altLang="en-US" sz="1600" dirty="0">
                <a:latin typeface="JetBrains Mono" panose="02000009000000000000" pitchFamily="49" charset="0"/>
                <a:cs typeface="JetBrains Mono" panose="02000009000000000000" pitchFamily="49" charset="0"/>
              </a:rPr>
              <a:t>파일 생성하면 </a:t>
            </a:r>
            <a:r>
              <a:rPr lang="ko-KR" altLang="en-US" sz="16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커밋이</a:t>
            </a:r>
            <a:r>
              <a:rPr lang="ko-KR" altLang="en-US" sz="1600" dirty="0">
                <a:latin typeface="JetBrains Mono" panose="02000009000000000000" pitchFamily="49" charset="0"/>
                <a:cs typeface="JetBrains Mono" panose="02000009000000000000" pitchFamily="49" charset="0"/>
              </a:rPr>
              <a:t> 생성됨</a:t>
            </a: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EE34E8C6-D600-D6EA-16A3-5A1069D5F23B}"/>
              </a:ext>
            </a:extLst>
          </p:cNvPr>
          <p:cNvSpPr/>
          <p:nvPr/>
        </p:nvSpPr>
        <p:spPr>
          <a:xfrm>
            <a:off x="6336755" y="4699020"/>
            <a:ext cx="413247" cy="36933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</a:rPr>
              <a:t>1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9BC0F80B-1CED-F1A4-0E3B-6561D7700462}"/>
              </a:ext>
            </a:extLst>
          </p:cNvPr>
          <p:cNvSpPr/>
          <p:nvPr/>
        </p:nvSpPr>
        <p:spPr>
          <a:xfrm>
            <a:off x="7198562" y="5512752"/>
            <a:ext cx="1115881" cy="52186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commit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DB6DB5F-23C2-B9CD-EF59-B064BE35514F}"/>
              </a:ext>
            </a:extLst>
          </p:cNvPr>
          <p:cNvSpPr txBox="1"/>
          <p:nvPr/>
        </p:nvSpPr>
        <p:spPr>
          <a:xfrm flipH="1">
            <a:off x="4477253" y="5235147"/>
            <a:ext cx="1563248" cy="338554"/>
          </a:xfrm>
          <a:prstGeom prst="homePlate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git clone</a:t>
            </a:r>
            <a:endParaRPr lang="ko-KR" altLang="en-US" sz="1600" b="1" dirty="0">
              <a:solidFill>
                <a:schemeClr val="bg1"/>
              </a:solidFill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E1E57A85-E63B-D26D-6BC7-42EC0EAE4D82}"/>
              </a:ext>
            </a:extLst>
          </p:cNvPr>
          <p:cNvSpPr/>
          <p:nvPr/>
        </p:nvSpPr>
        <p:spPr>
          <a:xfrm>
            <a:off x="1910700" y="4972266"/>
            <a:ext cx="1115881" cy="63019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commit </a:t>
            </a:r>
            <a:r>
              <a:rPr lang="ko-KR" altLang="en-US" sz="1600" dirty="0">
                <a:solidFill>
                  <a:schemeClr val="tx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복제</a:t>
            </a:r>
            <a:r>
              <a:rPr lang="en-US" altLang="ko-KR" sz="1600" dirty="0">
                <a:solidFill>
                  <a:schemeClr val="tx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E2992E9A-B9CB-5922-42F5-0247D0072742}"/>
              </a:ext>
            </a:extLst>
          </p:cNvPr>
          <p:cNvSpPr/>
          <p:nvPr/>
        </p:nvSpPr>
        <p:spPr>
          <a:xfrm>
            <a:off x="4411950" y="4849598"/>
            <a:ext cx="413247" cy="36933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</a:rPr>
              <a:t>2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FC77D88-0BF4-4B72-2BFF-5C73E2F195A6}"/>
              </a:ext>
            </a:extLst>
          </p:cNvPr>
          <p:cNvSpPr txBox="1"/>
          <p:nvPr/>
        </p:nvSpPr>
        <p:spPr>
          <a:xfrm>
            <a:off x="4257737" y="810622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Local</a:t>
            </a:r>
            <a:endParaRPr lang="ko-KR" altLang="en-US" sz="1400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60DA861-02FA-4945-76E2-59AA60DB8120}"/>
              </a:ext>
            </a:extLst>
          </p:cNvPr>
          <p:cNvSpPr txBox="1"/>
          <p:nvPr/>
        </p:nvSpPr>
        <p:spPr>
          <a:xfrm>
            <a:off x="1316765" y="4351064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Local</a:t>
            </a:r>
            <a:endParaRPr lang="ko-KR" altLang="en-US" sz="1400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7D710A3-4B60-BE06-F8C0-18CCC2711B3F}"/>
              </a:ext>
            </a:extLst>
          </p:cNvPr>
          <p:cNvSpPr txBox="1"/>
          <p:nvPr/>
        </p:nvSpPr>
        <p:spPr>
          <a:xfrm>
            <a:off x="9134799" y="833952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remote</a:t>
            </a:r>
            <a:endParaRPr lang="ko-KR" altLang="en-US" sz="1400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14E9F9F-1ACC-E032-8B58-82BC1E5EB2EC}"/>
              </a:ext>
            </a:extLst>
          </p:cNvPr>
          <p:cNvSpPr txBox="1"/>
          <p:nvPr/>
        </p:nvSpPr>
        <p:spPr>
          <a:xfrm>
            <a:off x="9023620" y="4336477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remote</a:t>
            </a:r>
            <a:endParaRPr lang="ko-KR" altLang="en-US" sz="1400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9305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605</TotalTime>
  <Words>165</Words>
  <Application>Microsoft Office PowerPoint</Application>
  <PresentationFormat>와이드스크린</PresentationFormat>
  <Paragraphs>114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JetBrains Mono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정 종윤</dc:creator>
  <cp:lastModifiedBy>SSAFY</cp:lastModifiedBy>
  <cp:revision>10</cp:revision>
  <dcterms:created xsi:type="dcterms:W3CDTF">2025-07-11T06:41:11Z</dcterms:created>
  <dcterms:modified xsi:type="dcterms:W3CDTF">2026-07-21T08:02:32Z</dcterms:modified>
</cp:coreProperties>
</file>